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firstSlideNum="0" showSpecialPlsOnTitleSld="0" saveSubsetFonts="1" autoCompressPictures="0">
  <p:sldMasterIdLst>
    <p:sldMasterId id="2147483648" r:id="rId1"/>
  </p:sldMasterIdLst>
  <p:notesMasterIdLst>
    <p:notesMasterId r:id="rId5"/>
  </p:notesMasterIdLst>
  <p:sldIdLst>
    <p:sldId id="626" r:id="rId2"/>
    <p:sldId id="625" r:id="rId3"/>
    <p:sldId id="620" r:id="rId4"/>
  </p:sldIdLst>
  <p:sldSz cx="9906000" cy="6858000" type="A4"/>
  <p:notesSz cx="6797675" cy="9926638"/>
  <p:defaultTextStyle>
    <a:defPPr>
      <a:defRPr lang="ko-KR"/>
    </a:defPPr>
    <a:lvl1pPr algn="l" rtl="0" fontAlgn="base" latinLnBrk="1">
      <a:spcBef>
        <a:spcPct val="0"/>
      </a:spcBef>
      <a:spcAft>
        <a:spcPct val="0"/>
      </a:spcAft>
      <a:defRPr kumimoji="1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1pPr>
    <a:lvl2pPr marL="457200" algn="l" rtl="0" fontAlgn="base" latinLnBrk="1">
      <a:spcBef>
        <a:spcPct val="0"/>
      </a:spcBef>
      <a:spcAft>
        <a:spcPct val="0"/>
      </a:spcAft>
      <a:defRPr kumimoji="1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2pPr>
    <a:lvl3pPr marL="914400" algn="l" rtl="0" fontAlgn="base" latinLnBrk="1">
      <a:spcBef>
        <a:spcPct val="0"/>
      </a:spcBef>
      <a:spcAft>
        <a:spcPct val="0"/>
      </a:spcAft>
      <a:defRPr kumimoji="1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3pPr>
    <a:lvl4pPr marL="1371600" algn="l" rtl="0" fontAlgn="base" latinLnBrk="1">
      <a:spcBef>
        <a:spcPct val="0"/>
      </a:spcBef>
      <a:spcAft>
        <a:spcPct val="0"/>
      </a:spcAft>
      <a:defRPr kumimoji="1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4pPr>
    <a:lvl5pPr marL="1828800" algn="l" rtl="0" fontAlgn="base" latinLnBrk="1">
      <a:spcBef>
        <a:spcPct val="0"/>
      </a:spcBef>
      <a:spcAft>
        <a:spcPct val="0"/>
      </a:spcAft>
      <a:defRPr kumimoji="1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5pPr>
    <a:lvl6pPr marL="2286000" algn="l" defTabSz="914400" rtl="0" eaLnBrk="1" latinLnBrk="1" hangingPunct="1">
      <a:defRPr kumimoji="1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6pPr>
    <a:lvl7pPr marL="2743200" algn="l" defTabSz="914400" rtl="0" eaLnBrk="1" latinLnBrk="1" hangingPunct="1">
      <a:defRPr kumimoji="1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7pPr>
    <a:lvl8pPr marL="3200400" algn="l" defTabSz="914400" rtl="0" eaLnBrk="1" latinLnBrk="1" hangingPunct="1">
      <a:defRPr kumimoji="1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8pPr>
    <a:lvl9pPr marL="3657600" algn="l" defTabSz="914400" rtl="0" eaLnBrk="1" latinLnBrk="1" hangingPunct="1">
      <a:defRPr kumimoji="1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207">
          <p15:clr>
            <a:srgbClr val="A4A3A4"/>
          </p15:clr>
        </p15:guide>
        <p15:guide id="2" orient="horz" pos="4319">
          <p15:clr>
            <a:srgbClr val="A4A3A4"/>
          </p15:clr>
        </p15:guide>
        <p15:guide id="3" orient="horz" pos="1616" userDrawn="1">
          <p15:clr>
            <a:srgbClr val="A4A3A4"/>
          </p15:clr>
        </p15:guide>
        <p15:guide id="4" orient="horz" pos="3974">
          <p15:clr>
            <a:srgbClr val="A4A3A4"/>
          </p15:clr>
        </p15:guide>
        <p15:guide id="5" orient="horz" pos="2160">
          <p15:clr>
            <a:srgbClr val="A4A3A4"/>
          </p15:clr>
        </p15:guide>
        <p15:guide id="6" orient="horz" pos="935">
          <p15:clr>
            <a:srgbClr val="A4A3A4"/>
          </p15:clr>
        </p15:guide>
        <p15:guide id="8" orient="horz" pos="2614">
          <p15:clr>
            <a:srgbClr val="A4A3A4"/>
          </p15:clr>
        </p15:guide>
        <p15:guide id="9" pos="3120">
          <p15:clr>
            <a:srgbClr val="A4A3A4"/>
          </p15:clr>
        </p15:guide>
        <p15:guide id="10" pos="126">
          <p15:clr>
            <a:srgbClr val="A4A3A4"/>
          </p15:clr>
        </p15:guide>
        <p15:guide id="11" pos="6114">
          <p15:clr>
            <a:srgbClr val="A4A3A4"/>
          </p15:clr>
        </p15:guide>
        <p15:guide id="12" pos="1669">
          <p15:clr>
            <a:srgbClr val="A4A3A4"/>
          </p15:clr>
        </p15:guide>
        <p15:guide id="13" pos="308">
          <p15:clr>
            <a:srgbClr val="A4A3A4"/>
          </p15:clr>
        </p15:guide>
        <p15:guide id="14" pos="5932">
          <p15:clr>
            <a:srgbClr val="A4A3A4"/>
          </p15:clr>
        </p15:guide>
        <p15:guide id="15" pos="3029">
          <p15:clr>
            <a:srgbClr val="A4A3A4"/>
          </p15:clr>
        </p15:guide>
        <p15:guide id="16" pos="3211">
          <p15:clr>
            <a:srgbClr val="A4A3A4"/>
          </p15:clr>
        </p15:guide>
        <p15:guide id="17" pos="4572">
          <p15:clr>
            <a:srgbClr val="A4A3A4"/>
          </p15:clr>
        </p15:guide>
        <p15:guide id="18" pos="3846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SERVEONE" initials="S" lastIdx="1" clrIdx="0">
    <p:extLst>
      <p:ext uri="{19B8F6BF-5375-455C-9EA6-DF929625EA0E}">
        <p15:presenceInfo xmlns:p15="http://schemas.microsoft.com/office/powerpoint/2012/main" userId="SERVEONE" providerId="Non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C5003D"/>
    <a:srgbClr val="0099FF"/>
    <a:srgbClr val="FF6600"/>
    <a:srgbClr val="0099CC"/>
    <a:srgbClr val="3399FF"/>
    <a:srgbClr val="FF9999"/>
    <a:srgbClr val="FF9966"/>
    <a:srgbClr val="CCCCCC"/>
    <a:srgbClr val="A50034"/>
    <a:srgbClr val="FF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073A0DAA-6AF3-43AB-8588-CEC1D06C72B9}" styleName="보통 스타일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스타일 없음, 표 눈금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711" autoAdjust="0"/>
    <p:restoredTop sz="90146" autoAdjust="0"/>
  </p:normalViewPr>
  <p:slideViewPr>
    <p:cSldViewPr>
      <p:cViewPr varScale="1">
        <p:scale>
          <a:sx n="95" d="100"/>
          <a:sy n="95" d="100"/>
        </p:scale>
        <p:origin x="618" y="96"/>
      </p:cViewPr>
      <p:guideLst>
        <p:guide orient="horz" pos="1207"/>
        <p:guide orient="horz" pos="4319"/>
        <p:guide orient="horz" pos="1616"/>
        <p:guide orient="horz" pos="3974"/>
        <p:guide orient="horz" pos="2160"/>
        <p:guide orient="horz" pos="935"/>
        <p:guide orient="horz" pos="2614"/>
        <p:guide pos="3120"/>
        <p:guide pos="126"/>
        <p:guide pos="6114"/>
        <p:guide pos="1669"/>
        <p:guide pos="308"/>
        <p:guide pos="5932"/>
        <p:guide pos="3029"/>
        <p:guide pos="3211"/>
        <p:guide pos="4572"/>
        <p:guide pos="3846"/>
      </p:guideLst>
    </p:cSldViewPr>
  </p:slideViewPr>
  <p:outlineViewPr>
    <p:cViewPr>
      <p:scale>
        <a:sx n="33" d="100"/>
        <a:sy n="33" d="100"/>
      </p:scale>
      <p:origin x="0" y="102"/>
    </p:cViewPr>
  </p:outlineViewPr>
  <p:notesTextViewPr>
    <p:cViewPr>
      <p:scale>
        <a:sx n="3" d="2"/>
        <a:sy n="3" d="2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 showGuides="1">
      <p:cViewPr varScale="1">
        <p:scale>
          <a:sx n="66" d="100"/>
          <a:sy n="66" d="100"/>
        </p:scale>
        <p:origin x="3264" y="60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commentAuthors" Target="commentAuthors.xml"/><Relationship Id="rId5" Type="http://schemas.openxmlformats.org/officeDocument/2006/relationships/notesMaster" Target="notesMasters/notesMaster1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78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1" y="0"/>
            <a:ext cx="2946275" cy="49667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200"/>
            </a:lvl1pPr>
          </a:lstStyle>
          <a:p>
            <a:endParaRPr lang="en-US" altLang="ko-KR" dirty="0"/>
          </a:p>
        </p:txBody>
      </p:sp>
      <p:sp>
        <p:nvSpPr>
          <p:cNvPr id="50179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49863" y="0"/>
            <a:ext cx="2946275" cy="49667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endParaRPr lang="en-US" altLang="ko-KR" dirty="0"/>
          </a:p>
        </p:txBody>
      </p:sp>
      <p:sp>
        <p:nvSpPr>
          <p:cNvPr id="50180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711200" y="744538"/>
            <a:ext cx="5375275" cy="3722687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ffectLst/>
        </p:spPr>
      </p:sp>
      <p:sp>
        <p:nvSpPr>
          <p:cNvPr id="50181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80383" y="4715832"/>
            <a:ext cx="5436909" cy="446664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0182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1" y="9428272"/>
            <a:ext cx="2946275" cy="49667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200"/>
            </a:lvl1pPr>
          </a:lstStyle>
          <a:p>
            <a:endParaRPr lang="en-US" altLang="ko-KR" dirty="0"/>
          </a:p>
        </p:txBody>
      </p:sp>
      <p:sp>
        <p:nvSpPr>
          <p:cNvPr id="50183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49863" y="9428272"/>
            <a:ext cx="2946275" cy="49667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E4CAAA1D-F35D-4B17-84EE-4EE23C36AB51}" type="slidenum">
              <a:rPr lang="en-US" altLang="ko-KR"/>
              <a:pPr/>
              <a:t>‹#›</a:t>
            </a:fld>
            <a:endParaRPr lang="en-US" altLang="ko-KR" dirty="0"/>
          </a:p>
        </p:txBody>
      </p:sp>
    </p:spTree>
    <p:extLst>
      <p:ext uri="{BB962C8B-B14F-4D97-AF65-F5344CB8AC3E}">
        <p14:creationId xmlns:p14="http://schemas.microsoft.com/office/powerpoint/2010/main" val="105283811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fontAlgn="base" latinLnBrk="1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1pPr>
    <a:lvl2pPr marL="457200" algn="l" rtl="0" fontAlgn="base" latinLnBrk="1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2pPr>
    <a:lvl3pPr marL="914400" algn="l" rtl="0" fontAlgn="base" latinLnBrk="1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3pPr>
    <a:lvl4pPr marL="1371600" algn="l" rtl="0" fontAlgn="base" latinLnBrk="1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4pPr>
    <a:lvl5pPr marL="1828800" algn="l" rtl="0" fontAlgn="base" latinLnBrk="1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4CAAA1D-F35D-4B17-84EE-4EE23C36AB51}" type="slidenum">
              <a:rPr lang="en-US" altLang="ko-KR" smtClean="0"/>
              <a:pPr/>
              <a:t>0</a:t>
            </a:fld>
            <a:endParaRPr lang="en-US" altLang="ko-KR" dirty="0"/>
          </a:p>
        </p:txBody>
      </p:sp>
    </p:spTree>
    <p:extLst>
      <p:ext uri="{BB962C8B-B14F-4D97-AF65-F5344CB8AC3E}">
        <p14:creationId xmlns:p14="http://schemas.microsoft.com/office/powerpoint/2010/main" val="206760480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4CAAA1D-F35D-4B17-84EE-4EE23C36AB51}" type="slidenum">
              <a:rPr lang="en-US" altLang="ko-KR" smtClean="0"/>
              <a:pPr/>
              <a:t>2</a:t>
            </a:fld>
            <a:endParaRPr lang="en-US" altLang="ko-KR" dirty="0"/>
          </a:p>
        </p:txBody>
      </p:sp>
    </p:spTree>
    <p:extLst>
      <p:ext uri="{BB962C8B-B14F-4D97-AF65-F5344CB8AC3E}">
        <p14:creationId xmlns:p14="http://schemas.microsoft.com/office/powerpoint/2010/main" val="76581386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제목 슬라이드[비밀]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제목 6"/>
          <p:cNvSpPr>
            <a:spLocks noGrp="1"/>
          </p:cNvSpPr>
          <p:nvPr>
            <p:ph type="title"/>
          </p:nvPr>
        </p:nvSpPr>
        <p:spPr>
          <a:xfrm>
            <a:off x="473018" y="1268760"/>
            <a:ext cx="8915400" cy="562075"/>
          </a:xfrm>
          <a:prstGeom prst="rect">
            <a:avLst/>
          </a:prstGeom>
        </p:spPr>
        <p:txBody>
          <a:bodyPr/>
          <a:lstStyle>
            <a:lvl1pPr algn="ctr">
              <a:defRPr sz="2400" b="1">
                <a:solidFill>
                  <a:schemeClr val="tx1"/>
                </a:solidFill>
                <a:latin typeface="LG스마트체 SemiBold" panose="020B0600000101010101" pitchFamily="50" charset="-127"/>
                <a:ea typeface="LG스마트체 SemiBold" panose="020B0600000101010101" pitchFamily="50" charset="-127"/>
                <a:cs typeface="Arial" pitchFamily="34" charset="0"/>
              </a:defRPr>
            </a:lvl1pPr>
          </a:lstStyle>
          <a:p>
            <a:r>
              <a:rPr lang="ko-KR" altLang="en-US" dirty="0"/>
              <a:t>마스터 제목 스타일 편집</a:t>
            </a:r>
          </a:p>
        </p:txBody>
      </p:sp>
      <p:cxnSp>
        <p:nvCxnSpPr>
          <p:cNvPr id="12" name="직선 연결선 11"/>
          <p:cNvCxnSpPr/>
          <p:nvPr userDrawn="1"/>
        </p:nvCxnSpPr>
        <p:spPr>
          <a:xfrm>
            <a:off x="1877577" y="1833461"/>
            <a:ext cx="6150847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Rectangle 14"/>
          <p:cNvSpPr>
            <a:spLocks noChangeArrowheads="1"/>
          </p:cNvSpPr>
          <p:nvPr userDrawn="1"/>
        </p:nvSpPr>
        <p:spPr bwMode="auto">
          <a:xfrm>
            <a:off x="8841432" y="248643"/>
            <a:ext cx="808285" cy="300037"/>
          </a:xfrm>
          <a:prstGeom prst="rect">
            <a:avLst/>
          </a:prstGeom>
          <a:solidFill>
            <a:srgbClr val="FFFFFF"/>
          </a:solidFill>
          <a:ln w="9525" algn="ctr">
            <a:solidFill>
              <a:srgbClr val="FF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400" b="0" kern="0" dirty="0">
                <a:solidFill>
                  <a:srgbClr val="FF0000"/>
                </a:solidFill>
                <a:latin typeface="+mj-ea"/>
                <a:ea typeface="+mj-ea"/>
              </a:rPr>
              <a:t>대외비</a:t>
            </a:r>
            <a:endParaRPr kumimoji="0" lang="en-US" altLang="ko-KR" sz="1400" b="0" i="0" u="none" strike="noStrike" kern="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+mj-ea"/>
              <a:ea typeface="+mj-ea"/>
            </a:endParaRPr>
          </a:p>
        </p:txBody>
      </p:sp>
      <p:sp>
        <p:nvSpPr>
          <p:cNvPr id="15" name="직사각형 14"/>
          <p:cNvSpPr/>
          <p:nvPr userDrawn="1"/>
        </p:nvSpPr>
        <p:spPr>
          <a:xfrm>
            <a:off x="0" y="6584533"/>
            <a:ext cx="9906000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521528" lvl="1" indent="-457200" algn="ctr" defTabSz="1043056" fontAlgn="auto">
              <a:spcBef>
                <a:spcPts val="600"/>
              </a:spcBef>
              <a:spcAft>
                <a:spcPts val="600"/>
              </a:spcAft>
              <a:defRPr/>
            </a:pPr>
            <a:r>
              <a:rPr kumimoji="0" lang="en-US" altLang="ko-KR" sz="1000" dirty="0">
                <a:solidFill>
                  <a:prstClr val="black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Copyright © </a:t>
            </a:r>
            <a:r>
              <a:rPr kumimoji="0" lang="ko-KR" altLang="en-US" sz="1000" dirty="0">
                <a:solidFill>
                  <a:prstClr val="black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서브원</a:t>
            </a:r>
            <a:r>
              <a:rPr kumimoji="0" lang="en-US" altLang="ko-KR" sz="1000" dirty="0">
                <a:solidFill>
                  <a:prstClr val="black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. </a:t>
            </a:r>
            <a:r>
              <a:rPr kumimoji="0" lang="ko-KR" altLang="en-US" sz="1000" dirty="0">
                <a:solidFill>
                  <a:prstClr val="black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서브원의 사전 승인 없이 본 내용의 전부 또는 일부에 대한 복사</a:t>
            </a:r>
            <a:r>
              <a:rPr kumimoji="0" lang="en-US" altLang="ko-KR" sz="1000" dirty="0">
                <a:solidFill>
                  <a:prstClr val="black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, </a:t>
            </a:r>
            <a:r>
              <a:rPr kumimoji="0" lang="ko-KR" altLang="en-US" sz="1000" dirty="0">
                <a:solidFill>
                  <a:prstClr val="black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전재</a:t>
            </a:r>
            <a:r>
              <a:rPr kumimoji="0" lang="en-US" altLang="ko-KR" sz="1000" dirty="0">
                <a:solidFill>
                  <a:prstClr val="black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, </a:t>
            </a:r>
            <a:r>
              <a:rPr kumimoji="0" lang="ko-KR" altLang="en-US" sz="1000" dirty="0">
                <a:solidFill>
                  <a:prstClr val="black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배포</a:t>
            </a:r>
            <a:r>
              <a:rPr kumimoji="0" lang="en-US" altLang="ko-KR" sz="1000" dirty="0">
                <a:solidFill>
                  <a:prstClr val="black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, </a:t>
            </a:r>
            <a:r>
              <a:rPr kumimoji="0" lang="ko-KR" altLang="en-US" sz="1000" dirty="0">
                <a:solidFill>
                  <a:prstClr val="black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사용 등을 금합니다</a:t>
            </a:r>
            <a:r>
              <a:rPr kumimoji="0" lang="en-US" altLang="ko-KR" sz="1000" dirty="0">
                <a:solidFill>
                  <a:prstClr val="black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.</a:t>
            </a:r>
            <a:endParaRPr kumimoji="0" lang="ko-KR" altLang="ko-KR" sz="1000" dirty="0">
              <a:solidFill>
                <a:prstClr val="black"/>
              </a:solidFill>
              <a:latin typeface="LG스마트체 Regular" panose="020B0600000101010101" pitchFamily="50" charset="-127"/>
              <a:ea typeface="LG스마트체 Regular" panose="020B0600000101010101" pitchFamily="50" charset="-127"/>
            </a:endParaRP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제목 슬라이드[대외비]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제목 6"/>
          <p:cNvSpPr>
            <a:spLocks noGrp="1"/>
          </p:cNvSpPr>
          <p:nvPr>
            <p:ph type="title"/>
          </p:nvPr>
        </p:nvSpPr>
        <p:spPr>
          <a:xfrm>
            <a:off x="473018" y="1268760"/>
            <a:ext cx="8915400" cy="562075"/>
          </a:xfrm>
          <a:prstGeom prst="rect">
            <a:avLst/>
          </a:prstGeom>
        </p:spPr>
        <p:txBody>
          <a:bodyPr/>
          <a:lstStyle>
            <a:lvl1pPr algn="ctr">
              <a:defRPr sz="2400" b="1">
                <a:solidFill>
                  <a:schemeClr val="tx1"/>
                </a:solidFill>
                <a:latin typeface="LG스마트체 SemiBold" panose="020B0600000101010101" pitchFamily="50" charset="-127"/>
                <a:ea typeface="LG스마트체 SemiBold" panose="020B0600000101010101" pitchFamily="50" charset="-127"/>
                <a:cs typeface="Arial" pitchFamily="34" charset="0"/>
              </a:defRPr>
            </a:lvl1pPr>
          </a:lstStyle>
          <a:p>
            <a:r>
              <a:rPr lang="ko-KR" altLang="en-US" dirty="0"/>
              <a:t>마스터 제목 스타일 편집</a:t>
            </a:r>
          </a:p>
        </p:txBody>
      </p:sp>
      <p:cxnSp>
        <p:nvCxnSpPr>
          <p:cNvPr id="12" name="직선 연결선 11"/>
          <p:cNvCxnSpPr/>
          <p:nvPr userDrawn="1"/>
        </p:nvCxnSpPr>
        <p:spPr>
          <a:xfrm>
            <a:off x="1877577" y="1833461"/>
            <a:ext cx="6150847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Rectangle 14"/>
          <p:cNvSpPr>
            <a:spLocks noChangeArrowheads="1"/>
          </p:cNvSpPr>
          <p:nvPr userDrawn="1"/>
        </p:nvSpPr>
        <p:spPr bwMode="auto">
          <a:xfrm>
            <a:off x="8841432" y="248643"/>
            <a:ext cx="808285" cy="300037"/>
          </a:xfrm>
          <a:prstGeom prst="rect">
            <a:avLst/>
          </a:prstGeom>
          <a:solidFill>
            <a:srgbClr val="FFFFFF"/>
          </a:solidFill>
          <a:ln w="9525" algn="ctr">
            <a:solidFill>
              <a:srgbClr val="FF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400" b="0" kern="0" dirty="0">
                <a:solidFill>
                  <a:srgbClr val="FF0000"/>
                </a:solidFill>
                <a:latin typeface="+mj-ea"/>
                <a:ea typeface="+mj-ea"/>
              </a:rPr>
              <a:t>대외비</a:t>
            </a:r>
            <a:endParaRPr kumimoji="0" lang="en-US" altLang="ko-KR" sz="1400" b="0" i="0" u="none" strike="noStrike" kern="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+mj-ea"/>
              <a:ea typeface="+mj-ea"/>
            </a:endParaRPr>
          </a:p>
        </p:txBody>
      </p:sp>
      <p:sp>
        <p:nvSpPr>
          <p:cNvPr id="15" name="직사각형 14"/>
          <p:cNvSpPr/>
          <p:nvPr userDrawn="1"/>
        </p:nvSpPr>
        <p:spPr>
          <a:xfrm>
            <a:off x="0" y="6584533"/>
            <a:ext cx="9906000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521528" lvl="1" indent="-457200" algn="ctr" defTabSz="1043056" fontAlgn="auto">
              <a:spcBef>
                <a:spcPts val="600"/>
              </a:spcBef>
              <a:spcAft>
                <a:spcPts val="600"/>
              </a:spcAft>
              <a:defRPr/>
            </a:pPr>
            <a:r>
              <a:rPr kumimoji="0" lang="en-US" altLang="ko-KR" sz="1000" dirty="0">
                <a:solidFill>
                  <a:prstClr val="black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Copyright © </a:t>
            </a:r>
            <a:r>
              <a:rPr kumimoji="0" lang="ko-KR" altLang="en-US" sz="1000" dirty="0">
                <a:solidFill>
                  <a:prstClr val="black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서브원</a:t>
            </a:r>
            <a:r>
              <a:rPr kumimoji="0" lang="en-US" altLang="ko-KR" sz="1000" dirty="0">
                <a:solidFill>
                  <a:prstClr val="black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. </a:t>
            </a:r>
            <a:r>
              <a:rPr kumimoji="0" lang="ko-KR" altLang="en-US" sz="1000" dirty="0">
                <a:solidFill>
                  <a:prstClr val="black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서브원의 사전 승인 없이 본 내용의 전부 또는 일부에 대한 복사</a:t>
            </a:r>
            <a:r>
              <a:rPr kumimoji="0" lang="en-US" altLang="ko-KR" sz="1000" dirty="0">
                <a:solidFill>
                  <a:prstClr val="black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, </a:t>
            </a:r>
            <a:r>
              <a:rPr kumimoji="0" lang="ko-KR" altLang="en-US" sz="1000" dirty="0">
                <a:solidFill>
                  <a:prstClr val="black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전재</a:t>
            </a:r>
            <a:r>
              <a:rPr kumimoji="0" lang="en-US" altLang="ko-KR" sz="1000" dirty="0">
                <a:solidFill>
                  <a:prstClr val="black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, </a:t>
            </a:r>
            <a:r>
              <a:rPr kumimoji="0" lang="ko-KR" altLang="en-US" sz="1000" dirty="0">
                <a:solidFill>
                  <a:prstClr val="black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배포</a:t>
            </a:r>
            <a:r>
              <a:rPr kumimoji="0" lang="en-US" altLang="ko-KR" sz="1000" dirty="0">
                <a:solidFill>
                  <a:prstClr val="black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, </a:t>
            </a:r>
            <a:r>
              <a:rPr kumimoji="0" lang="ko-KR" altLang="en-US" sz="1000" dirty="0">
                <a:solidFill>
                  <a:prstClr val="black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사용 등을 금합니다</a:t>
            </a:r>
            <a:r>
              <a:rPr kumimoji="0" lang="en-US" altLang="ko-KR" sz="1000" dirty="0">
                <a:solidFill>
                  <a:prstClr val="black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.</a:t>
            </a:r>
            <a:endParaRPr kumimoji="0" lang="ko-KR" altLang="ko-KR" sz="1000" dirty="0">
              <a:solidFill>
                <a:prstClr val="black"/>
              </a:solidFill>
              <a:latin typeface="LG스마트체 Regular" panose="020B0600000101010101" pitchFamily="50" charset="-127"/>
              <a:ea typeface="LG스마트체 Regular" panose="020B0600000101010101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2867242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본문 슬라이드(with 자동페이지번호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 hasCustomPrompt="1"/>
          </p:nvPr>
        </p:nvSpPr>
        <p:spPr>
          <a:xfrm>
            <a:off x="97096" y="79164"/>
            <a:ext cx="5749782" cy="490067"/>
          </a:xfrm>
          <a:prstGeom prst="rect">
            <a:avLst/>
          </a:prstGeom>
        </p:spPr>
        <p:txBody>
          <a:bodyPr anchor="ctr" anchorCtr="0"/>
          <a:lstStyle>
            <a:lvl1pPr algn="l">
              <a:defRPr sz="1600" b="1">
                <a:solidFill>
                  <a:schemeClr val="tx1"/>
                </a:solidFill>
                <a:latin typeface="+mj-ea"/>
                <a:ea typeface="+mj-ea"/>
                <a:cs typeface="Arial" pitchFamily="34" charset="0"/>
              </a:defRPr>
            </a:lvl1pPr>
          </a:lstStyle>
          <a:p>
            <a:r>
              <a:rPr lang="en-US" altLang="ko-KR" dirty="0"/>
              <a:t>Title</a:t>
            </a:r>
            <a:endParaRPr lang="ko-KR" altLang="en-US" dirty="0"/>
          </a:p>
        </p:txBody>
      </p:sp>
      <p:sp>
        <p:nvSpPr>
          <p:cNvPr id="13" name="슬라이드 번호 개체 틀 5"/>
          <p:cNvSpPr txBox="1">
            <a:spLocks/>
          </p:cNvSpPr>
          <p:nvPr userDrawn="1"/>
        </p:nvSpPr>
        <p:spPr>
          <a:xfrm>
            <a:off x="3782870" y="6381331"/>
            <a:ext cx="2311400" cy="476251"/>
          </a:xfrm>
          <a:prstGeom prst="rect">
            <a:avLst/>
          </a:prstGeom>
        </p:spPr>
        <p:txBody>
          <a:bodyPr anchor="b"/>
          <a:lstStyle>
            <a:lvl1pPr algn="ctr">
              <a:defRPr sz="1000" b="1">
                <a:solidFill>
                  <a:schemeClr val="tx1"/>
                </a:solidFill>
                <a:latin typeface="Arial" pitchFamily="34" charset="0"/>
                <a:ea typeface="가는둥근제목체" pitchFamily="18" charset="-127"/>
                <a:cs typeface="Arial" pitchFamily="34" charset="0"/>
              </a:defRPr>
            </a:lvl1pPr>
          </a:lstStyle>
          <a:p>
            <a:pPr marL="0" marR="0" lvl="0" indent="0" algn="ctr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C40DDAB4-6EBD-4FE5-A400-982DB9D5976A}" type="slidenum">
              <a:rPr kumimoji="1" lang="en-US" altLang="ko-KR" sz="1100" b="1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ea"/>
                <a:ea typeface="+mj-ea"/>
                <a:cs typeface="Arial" pitchFamily="34" charset="0"/>
              </a:rPr>
              <a:pPr marL="0" marR="0" lvl="0" indent="0" algn="ctr" defTabSz="914400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r>
              <a:rPr kumimoji="1" lang="en-US" altLang="ko-KR" sz="10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ea typeface="+mn-ea"/>
                <a:cs typeface="Arial" pitchFamily="34" charset="0"/>
              </a:rPr>
              <a:t> / 14</a:t>
            </a:r>
          </a:p>
        </p:txBody>
      </p:sp>
      <p:sp>
        <p:nvSpPr>
          <p:cNvPr id="10" name="텍스트 개체 틀 4"/>
          <p:cNvSpPr>
            <a:spLocks noGrp="1"/>
          </p:cNvSpPr>
          <p:nvPr>
            <p:ph type="body" sz="quarter" idx="11" hasCustomPrompt="1"/>
          </p:nvPr>
        </p:nvSpPr>
        <p:spPr>
          <a:xfrm>
            <a:off x="344488" y="807992"/>
            <a:ext cx="9072562" cy="604883"/>
          </a:xfrm>
          <a:prstGeom prst="rect">
            <a:avLst/>
          </a:prstGeom>
        </p:spPr>
        <p:txBody>
          <a:bodyPr/>
          <a:lstStyle>
            <a:lvl1pPr marL="0" indent="0" latinLnBrk="0">
              <a:buNone/>
              <a:defRPr kumimoji="1" lang="ko-KR" altLang="en-US" sz="1400" b="1" kern="1200" dirty="0" smtClean="0">
                <a:solidFill>
                  <a:schemeClr val="tx1"/>
                </a:solidFill>
                <a:latin typeface="+mj-ea"/>
                <a:ea typeface="+mj-ea"/>
                <a:cs typeface="Arial" pitchFamily="34" charset="0"/>
              </a:defRPr>
            </a:lvl1pPr>
          </a:lstStyle>
          <a:p>
            <a:pPr marL="342900" lvl="0" indent="-342900" algn="l" rtl="0" fontAlgn="base" latinLnBrk="1">
              <a:lnSpc>
                <a:spcPct val="12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ko-KR" dirty="0"/>
              <a:t>Governing Message</a:t>
            </a:r>
            <a:endParaRPr lang="ko-KR" altLang="en-US" dirty="0"/>
          </a:p>
        </p:txBody>
      </p:sp>
      <p:sp>
        <p:nvSpPr>
          <p:cNvPr id="7" name="텍스트 개체 틀 6"/>
          <p:cNvSpPr>
            <a:spLocks noGrp="1"/>
          </p:cNvSpPr>
          <p:nvPr>
            <p:ph type="body" sz="quarter" idx="12" hasCustomPrompt="1"/>
          </p:nvPr>
        </p:nvSpPr>
        <p:spPr>
          <a:xfrm>
            <a:off x="6094270" y="208869"/>
            <a:ext cx="3601098" cy="360362"/>
          </a:xfrm>
          <a:prstGeom prst="rect">
            <a:avLst/>
          </a:prstGeom>
        </p:spPr>
        <p:txBody>
          <a:bodyPr/>
          <a:lstStyle>
            <a:lvl1pPr marL="0" indent="0" algn="r">
              <a:buNone/>
              <a:defRPr kumimoji="1" lang="ko-KR" altLang="en-US" sz="1200" b="1" dirty="0" smtClean="0">
                <a:solidFill>
                  <a:schemeClr val="tx1"/>
                </a:solidFill>
                <a:latin typeface="+mj-ea"/>
                <a:ea typeface="+mj-ea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Sub-Title</a:t>
            </a:r>
            <a:endParaRPr lang="ko-KR" altLang="en-US" dirty="0"/>
          </a:p>
        </p:txBody>
      </p:sp>
      <p:cxnSp>
        <p:nvCxnSpPr>
          <p:cNvPr id="8" name="직선 연결선 7"/>
          <p:cNvCxnSpPr/>
          <p:nvPr userDrawn="1"/>
        </p:nvCxnSpPr>
        <p:spPr>
          <a:xfrm>
            <a:off x="0" y="620688"/>
            <a:ext cx="990600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본문 슬라이드(with 수동페이지번호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 hasCustomPrompt="1"/>
          </p:nvPr>
        </p:nvSpPr>
        <p:spPr>
          <a:xfrm>
            <a:off x="97096" y="79164"/>
            <a:ext cx="5749782" cy="490067"/>
          </a:xfrm>
          <a:prstGeom prst="rect">
            <a:avLst/>
          </a:prstGeom>
        </p:spPr>
        <p:txBody>
          <a:bodyPr anchor="ctr" anchorCtr="0"/>
          <a:lstStyle>
            <a:lvl1pPr algn="l">
              <a:defRPr sz="1600" b="1">
                <a:solidFill>
                  <a:schemeClr val="tx1"/>
                </a:solidFill>
                <a:latin typeface="+mj-ea"/>
                <a:ea typeface="+mj-ea"/>
                <a:cs typeface="Arial" pitchFamily="34" charset="0"/>
              </a:defRPr>
            </a:lvl1pPr>
          </a:lstStyle>
          <a:p>
            <a:r>
              <a:rPr lang="en-US" altLang="ko-KR" dirty="0"/>
              <a:t>Title</a:t>
            </a:r>
            <a:endParaRPr lang="ko-KR" altLang="en-US" dirty="0"/>
          </a:p>
        </p:txBody>
      </p:sp>
      <p:sp>
        <p:nvSpPr>
          <p:cNvPr id="10" name="텍스트 개체 틀 4"/>
          <p:cNvSpPr>
            <a:spLocks noGrp="1"/>
          </p:cNvSpPr>
          <p:nvPr>
            <p:ph type="body" sz="quarter" idx="11" hasCustomPrompt="1"/>
          </p:nvPr>
        </p:nvSpPr>
        <p:spPr>
          <a:xfrm>
            <a:off x="344488" y="807992"/>
            <a:ext cx="9072562" cy="604883"/>
          </a:xfrm>
          <a:prstGeom prst="rect">
            <a:avLst/>
          </a:prstGeom>
        </p:spPr>
        <p:txBody>
          <a:bodyPr/>
          <a:lstStyle>
            <a:lvl1pPr marL="0" indent="0" latinLnBrk="0">
              <a:buNone/>
              <a:defRPr kumimoji="1" lang="ko-KR" altLang="en-US" sz="1400" b="1" kern="1200" dirty="0" smtClean="0">
                <a:solidFill>
                  <a:schemeClr val="tx1"/>
                </a:solidFill>
                <a:latin typeface="+mj-ea"/>
                <a:ea typeface="+mj-ea"/>
                <a:cs typeface="Arial" pitchFamily="34" charset="0"/>
              </a:defRPr>
            </a:lvl1pPr>
          </a:lstStyle>
          <a:p>
            <a:pPr marL="342900" lvl="0" indent="-342900" algn="l" rtl="0" fontAlgn="base" latinLnBrk="1">
              <a:lnSpc>
                <a:spcPct val="12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ko-KR" dirty="0"/>
              <a:t>Governing Message</a:t>
            </a:r>
            <a:endParaRPr lang="ko-KR" altLang="en-US" dirty="0"/>
          </a:p>
        </p:txBody>
      </p:sp>
      <p:sp>
        <p:nvSpPr>
          <p:cNvPr id="7" name="텍스트 개체 틀 6"/>
          <p:cNvSpPr>
            <a:spLocks noGrp="1"/>
          </p:cNvSpPr>
          <p:nvPr>
            <p:ph type="body" sz="quarter" idx="12" hasCustomPrompt="1"/>
          </p:nvPr>
        </p:nvSpPr>
        <p:spPr>
          <a:xfrm>
            <a:off x="6094270" y="208869"/>
            <a:ext cx="3601098" cy="360362"/>
          </a:xfrm>
          <a:prstGeom prst="rect">
            <a:avLst/>
          </a:prstGeom>
        </p:spPr>
        <p:txBody>
          <a:bodyPr/>
          <a:lstStyle>
            <a:lvl1pPr marL="0" indent="0" algn="r">
              <a:buNone/>
              <a:defRPr kumimoji="1" lang="ko-KR" altLang="en-US" sz="1200" b="1" dirty="0" smtClean="0">
                <a:solidFill>
                  <a:schemeClr val="tx1"/>
                </a:solidFill>
                <a:latin typeface="+mj-ea"/>
                <a:ea typeface="+mj-ea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Sub-Title</a:t>
            </a:r>
            <a:endParaRPr lang="ko-KR" altLang="en-US" dirty="0"/>
          </a:p>
        </p:txBody>
      </p:sp>
      <p:sp>
        <p:nvSpPr>
          <p:cNvPr id="11" name="텍스트 개체 틀 3"/>
          <p:cNvSpPr>
            <a:spLocks noGrp="1"/>
          </p:cNvSpPr>
          <p:nvPr>
            <p:ph type="body" sz="quarter" idx="13" hasCustomPrompt="1"/>
          </p:nvPr>
        </p:nvSpPr>
        <p:spPr>
          <a:xfrm>
            <a:off x="3793928" y="6381328"/>
            <a:ext cx="2311200" cy="475200"/>
          </a:xfrm>
          <a:prstGeom prst="rect">
            <a:avLst/>
          </a:prstGeom>
        </p:spPr>
        <p:txBody>
          <a:bodyPr anchor="b"/>
          <a:lstStyle>
            <a:lvl1pPr marL="0" indent="0" algn="ctr">
              <a:buNone/>
              <a:defRPr sz="1000" b="0" baseline="0">
                <a:solidFill>
                  <a:schemeClr val="tx1"/>
                </a:solidFill>
                <a:latin typeface="+mn-ea"/>
                <a:ea typeface="+mn-ea"/>
              </a:defRPr>
            </a:lvl1pPr>
          </a:lstStyle>
          <a:p>
            <a:pPr lvl="0"/>
            <a:r>
              <a:rPr lang="en-US" altLang="ko-KR" dirty="0"/>
              <a:t>5 / 10</a:t>
            </a:r>
            <a:endParaRPr lang="ko-KR" altLang="en-US" dirty="0"/>
          </a:p>
        </p:txBody>
      </p:sp>
      <p:cxnSp>
        <p:nvCxnSpPr>
          <p:cNvPr id="12" name="직선 연결선 11"/>
          <p:cNvCxnSpPr/>
          <p:nvPr userDrawn="1"/>
        </p:nvCxnSpPr>
        <p:spPr>
          <a:xfrm>
            <a:off x="0" y="620688"/>
            <a:ext cx="990600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98956925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본문 슬라이드(without 페이지번호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 hasCustomPrompt="1"/>
          </p:nvPr>
        </p:nvSpPr>
        <p:spPr>
          <a:xfrm>
            <a:off x="97096" y="79164"/>
            <a:ext cx="5749782" cy="490067"/>
          </a:xfrm>
          <a:prstGeom prst="rect">
            <a:avLst/>
          </a:prstGeom>
        </p:spPr>
        <p:txBody>
          <a:bodyPr anchor="ctr" anchorCtr="0"/>
          <a:lstStyle>
            <a:lvl1pPr algn="l">
              <a:defRPr sz="1600" b="1">
                <a:solidFill>
                  <a:schemeClr val="tx1"/>
                </a:solidFill>
                <a:latin typeface="+mj-ea"/>
                <a:ea typeface="+mj-ea"/>
                <a:cs typeface="Arial" pitchFamily="34" charset="0"/>
              </a:defRPr>
            </a:lvl1pPr>
          </a:lstStyle>
          <a:p>
            <a:r>
              <a:rPr lang="en-US" altLang="ko-KR" dirty="0"/>
              <a:t>Title</a:t>
            </a:r>
            <a:endParaRPr lang="ko-KR" altLang="en-US" dirty="0"/>
          </a:p>
        </p:txBody>
      </p:sp>
      <p:sp>
        <p:nvSpPr>
          <p:cNvPr id="10" name="텍스트 개체 틀 4"/>
          <p:cNvSpPr>
            <a:spLocks noGrp="1"/>
          </p:cNvSpPr>
          <p:nvPr>
            <p:ph type="body" sz="quarter" idx="11" hasCustomPrompt="1"/>
          </p:nvPr>
        </p:nvSpPr>
        <p:spPr>
          <a:xfrm>
            <a:off x="344488" y="807992"/>
            <a:ext cx="9072562" cy="604883"/>
          </a:xfrm>
          <a:prstGeom prst="rect">
            <a:avLst/>
          </a:prstGeom>
        </p:spPr>
        <p:txBody>
          <a:bodyPr/>
          <a:lstStyle>
            <a:lvl1pPr marL="0" indent="0" latinLnBrk="0">
              <a:buNone/>
              <a:defRPr kumimoji="1" lang="ko-KR" altLang="en-US" sz="1400" b="1" kern="1200" dirty="0" smtClean="0">
                <a:solidFill>
                  <a:schemeClr val="tx1"/>
                </a:solidFill>
                <a:latin typeface="+mj-ea"/>
                <a:ea typeface="+mj-ea"/>
                <a:cs typeface="Arial" pitchFamily="34" charset="0"/>
              </a:defRPr>
            </a:lvl1pPr>
          </a:lstStyle>
          <a:p>
            <a:pPr marL="342900" lvl="0" indent="-342900" algn="l" rtl="0" fontAlgn="base" latinLnBrk="1">
              <a:lnSpc>
                <a:spcPct val="12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ko-KR" dirty="0"/>
              <a:t>Governing Message</a:t>
            </a:r>
            <a:endParaRPr lang="ko-KR" altLang="en-US" dirty="0"/>
          </a:p>
        </p:txBody>
      </p:sp>
      <p:sp>
        <p:nvSpPr>
          <p:cNvPr id="7" name="텍스트 개체 틀 6"/>
          <p:cNvSpPr>
            <a:spLocks noGrp="1"/>
          </p:cNvSpPr>
          <p:nvPr>
            <p:ph type="body" sz="quarter" idx="12" hasCustomPrompt="1"/>
          </p:nvPr>
        </p:nvSpPr>
        <p:spPr>
          <a:xfrm>
            <a:off x="6094270" y="208869"/>
            <a:ext cx="3601098" cy="360362"/>
          </a:xfrm>
          <a:prstGeom prst="rect">
            <a:avLst/>
          </a:prstGeom>
        </p:spPr>
        <p:txBody>
          <a:bodyPr/>
          <a:lstStyle>
            <a:lvl1pPr marL="0" indent="0" algn="r">
              <a:buNone/>
              <a:defRPr kumimoji="1" lang="ko-KR" altLang="en-US" sz="1200" b="1" dirty="0" smtClean="0">
                <a:solidFill>
                  <a:schemeClr val="tx1"/>
                </a:solidFill>
                <a:latin typeface="+mj-ea"/>
                <a:ea typeface="+mj-ea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Sub-Title</a:t>
            </a:r>
            <a:endParaRPr lang="ko-KR" altLang="en-US" dirty="0"/>
          </a:p>
        </p:txBody>
      </p:sp>
      <p:cxnSp>
        <p:nvCxnSpPr>
          <p:cNvPr id="9" name="직선 연결선 8"/>
          <p:cNvCxnSpPr/>
          <p:nvPr userDrawn="1"/>
        </p:nvCxnSpPr>
        <p:spPr>
          <a:xfrm>
            <a:off x="0" y="620688"/>
            <a:ext cx="990600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98956925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본문 슬라이드(without 페이지번호,Govering Message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 hasCustomPrompt="1"/>
          </p:nvPr>
        </p:nvSpPr>
        <p:spPr>
          <a:xfrm>
            <a:off x="97096" y="79164"/>
            <a:ext cx="5749782" cy="490067"/>
          </a:xfrm>
          <a:prstGeom prst="rect">
            <a:avLst/>
          </a:prstGeom>
        </p:spPr>
        <p:txBody>
          <a:bodyPr anchor="ctr" anchorCtr="0"/>
          <a:lstStyle>
            <a:lvl1pPr algn="l">
              <a:defRPr sz="1600" b="1">
                <a:solidFill>
                  <a:schemeClr val="tx1"/>
                </a:solidFill>
                <a:latin typeface="+mj-ea"/>
                <a:ea typeface="+mj-ea"/>
                <a:cs typeface="Arial" pitchFamily="34" charset="0"/>
              </a:defRPr>
            </a:lvl1pPr>
          </a:lstStyle>
          <a:p>
            <a:r>
              <a:rPr lang="en-US" altLang="ko-KR" dirty="0"/>
              <a:t>Title</a:t>
            </a:r>
            <a:endParaRPr lang="ko-KR" altLang="en-US" dirty="0"/>
          </a:p>
        </p:txBody>
      </p:sp>
      <p:sp>
        <p:nvSpPr>
          <p:cNvPr id="7" name="텍스트 개체 틀 6"/>
          <p:cNvSpPr>
            <a:spLocks noGrp="1"/>
          </p:cNvSpPr>
          <p:nvPr>
            <p:ph type="body" sz="quarter" idx="12" hasCustomPrompt="1"/>
          </p:nvPr>
        </p:nvSpPr>
        <p:spPr>
          <a:xfrm>
            <a:off x="6094270" y="208869"/>
            <a:ext cx="3601098" cy="360362"/>
          </a:xfrm>
          <a:prstGeom prst="rect">
            <a:avLst/>
          </a:prstGeom>
        </p:spPr>
        <p:txBody>
          <a:bodyPr/>
          <a:lstStyle>
            <a:lvl1pPr marL="0" indent="0" algn="r">
              <a:buNone/>
              <a:defRPr kumimoji="1" lang="ko-KR" altLang="en-US" sz="1200" b="1" dirty="0" smtClean="0">
                <a:solidFill>
                  <a:schemeClr val="tx1"/>
                </a:solidFill>
                <a:latin typeface="+mj-ea"/>
                <a:ea typeface="+mj-ea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Sub-Title</a:t>
            </a:r>
            <a:endParaRPr lang="ko-KR" altLang="en-US" dirty="0"/>
          </a:p>
        </p:txBody>
      </p:sp>
      <p:cxnSp>
        <p:nvCxnSpPr>
          <p:cNvPr id="9" name="직선 연결선 8"/>
          <p:cNvCxnSpPr/>
          <p:nvPr userDrawn="1"/>
        </p:nvCxnSpPr>
        <p:spPr>
          <a:xfrm>
            <a:off x="0" y="620688"/>
            <a:ext cx="990600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08206731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92602656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ox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2474415" y="1911399"/>
            <a:ext cx="4929222" cy="581497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/>
          <a:lstStyle>
            <a:lvl1pPr>
              <a:defRPr sz="2800" b="1">
                <a:latin typeface="+mj-ea"/>
                <a:ea typeface="+mj-ea"/>
              </a:defRPr>
            </a:lvl1pPr>
          </a:lstStyle>
          <a:p>
            <a:r>
              <a:rPr lang="ko-KR" altLang="en-US" dirty="0"/>
              <a:t>마스터 제목 스타일 편집</a:t>
            </a:r>
          </a:p>
        </p:txBody>
      </p:sp>
    </p:spTree>
    <p:extLst>
      <p:ext uri="{BB962C8B-B14F-4D97-AF65-F5344CB8AC3E}">
        <p14:creationId xmlns:p14="http://schemas.microsoft.com/office/powerpoint/2010/main" val="397039293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box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95300" y="2852936"/>
            <a:ext cx="8915400" cy="1143000"/>
          </a:xfrm>
          <a:prstGeom prst="rect">
            <a:avLst/>
          </a:prstGeom>
        </p:spPr>
        <p:txBody>
          <a:bodyPr/>
          <a:lstStyle>
            <a:lvl1pPr>
              <a:defRPr sz="6000" b="0">
                <a:solidFill>
                  <a:srgbClr val="424242"/>
                </a:solidFill>
                <a:latin typeface="+mj-ea"/>
                <a:ea typeface="+mj-ea"/>
              </a:defRPr>
            </a:lvl1pPr>
          </a:lstStyle>
          <a:p>
            <a:r>
              <a:rPr lang="ko-KR" altLang="en-US" dirty="0"/>
              <a:t>마스터 제목 스타일 편집</a:t>
            </a:r>
          </a:p>
        </p:txBody>
      </p:sp>
    </p:spTree>
    <p:extLst>
      <p:ext uri="{BB962C8B-B14F-4D97-AF65-F5344CB8AC3E}">
        <p14:creationId xmlns:p14="http://schemas.microsoft.com/office/powerpoint/2010/main" val="196513945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140B1A-2E36-4B64-94B4-17E6F1EE703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4663481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65" r:id="rId2"/>
    <p:sldLayoutId id="2147483650" r:id="rId3"/>
    <p:sldLayoutId id="2147483661" r:id="rId4"/>
    <p:sldLayoutId id="2147483662" r:id="rId5"/>
    <p:sldLayoutId id="2147483666" r:id="rId6"/>
    <p:sldLayoutId id="2147483657" r:id="rId7"/>
    <p:sldLayoutId id="2147483663" r:id="rId8"/>
    <p:sldLayoutId id="2147483664" r:id="rId9"/>
    <p:sldLayoutId id="2147483667" r:id="rId10"/>
  </p:sldLayoutIdLst>
  <p:hf sldNum="0" hdr="0" ftr="0" dt="0"/>
  <p:txStyles>
    <p:titleStyle>
      <a:lvl1pPr algn="ctr" rtl="0" fontAlgn="base" latinLnBrk="1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fontAlgn="base" latinLnBrk="1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굴림" pitchFamily="50" charset="-127"/>
          <a:ea typeface="굴림" pitchFamily="50" charset="-127"/>
        </a:defRPr>
      </a:lvl2pPr>
      <a:lvl3pPr algn="ctr" rtl="0" fontAlgn="base" latinLnBrk="1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굴림" pitchFamily="50" charset="-127"/>
          <a:ea typeface="굴림" pitchFamily="50" charset="-127"/>
        </a:defRPr>
      </a:lvl3pPr>
      <a:lvl4pPr algn="ctr" rtl="0" fontAlgn="base" latinLnBrk="1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굴림" pitchFamily="50" charset="-127"/>
          <a:ea typeface="굴림" pitchFamily="50" charset="-127"/>
        </a:defRPr>
      </a:lvl4pPr>
      <a:lvl5pPr algn="ctr" rtl="0" fontAlgn="base" latinLnBrk="1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굴림" pitchFamily="50" charset="-127"/>
          <a:ea typeface="굴림" pitchFamily="50" charset="-127"/>
        </a:defRPr>
      </a:lvl5pPr>
      <a:lvl6pPr marL="457200" algn="ctr" rtl="0" fontAlgn="base" latinLnBrk="1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굴림" pitchFamily="50" charset="-127"/>
          <a:ea typeface="굴림" pitchFamily="50" charset="-127"/>
        </a:defRPr>
      </a:lvl6pPr>
      <a:lvl7pPr marL="914400" algn="ctr" rtl="0" fontAlgn="base" latinLnBrk="1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굴림" pitchFamily="50" charset="-127"/>
          <a:ea typeface="굴림" pitchFamily="50" charset="-127"/>
        </a:defRPr>
      </a:lvl7pPr>
      <a:lvl8pPr marL="1371600" algn="ctr" rtl="0" fontAlgn="base" latinLnBrk="1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굴림" pitchFamily="50" charset="-127"/>
          <a:ea typeface="굴림" pitchFamily="50" charset="-127"/>
        </a:defRPr>
      </a:lvl8pPr>
      <a:lvl9pPr marL="1828800" algn="ctr" rtl="0" fontAlgn="base" latinLnBrk="1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굴림" pitchFamily="50" charset="-127"/>
          <a:ea typeface="굴림" pitchFamily="50" charset="-127"/>
        </a:defRPr>
      </a:lvl9pPr>
    </p:titleStyle>
    <p:bodyStyle>
      <a:lvl1pPr marL="342900" indent="-342900" algn="l" rtl="0" fontAlgn="base" latinLnBrk="1">
        <a:spcBef>
          <a:spcPct val="20000"/>
        </a:spcBef>
        <a:spcAft>
          <a:spcPct val="0"/>
        </a:spcAft>
        <a:buChar char="•"/>
        <a:defRPr kumimoji="1"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fontAlgn="base" latinLnBrk="1">
        <a:spcBef>
          <a:spcPct val="20000"/>
        </a:spcBef>
        <a:spcAft>
          <a:spcPct val="0"/>
        </a:spcAft>
        <a:buChar char="–"/>
        <a:defRPr kumimoji="1" sz="2800">
          <a:solidFill>
            <a:schemeClr val="tx1"/>
          </a:solidFill>
          <a:latin typeface="+mn-lt"/>
          <a:ea typeface="+mn-ea"/>
        </a:defRPr>
      </a:lvl2pPr>
      <a:lvl3pPr marL="1143000" indent="-228600" algn="l" rtl="0" fontAlgn="base" latinLnBrk="1">
        <a:spcBef>
          <a:spcPct val="20000"/>
        </a:spcBef>
        <a:spcAft>
          <a:spcPct val="0"/>
        </a:spcAft>
        <a:buChar char="•"/>
        <a:defRPr kumimoji="1" sz="2400">
          <a:solidFill>
            <a:schemeClr val="tx1"/>
          </a:solidFill>
          <a:latin typeface="+mn-lt"/>
          <a:ea typeface="+mn-ea"/>
        </a:defRPr>
      </a:lvl3pPr>
      <a:lvl4pPr marL="1600200" indent="-228600" algn="l" rtl="0" fontAlgn="base" latinLnBrk="1">
        <a:spcBef>
          <a:spcPct val="20000"/>
        </a:spcBef>
        <a:spcAft>
          <a:spcPct val="0"/>
        </a:spcAft>
        <a:buChar char="–"/>
        <a:defRPr kumimoji="1" sz="2000">
          <a:solidFill>
            <a:schemeClr val="tx1"/>
          </a:solidFill>
          <a:latin typeface="+mn-lt"/>
          <a:ea typeface="+mn-ea"/>
        </a:defRPr>
      </a:lvl4pPr>
      <a:lvl5pPr marL="2057400" indent="-228600" algn="l" rtl="0" fontAlgn="base" latinLnBrk="1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5pPr>
      <a:lvl6pPr marL="2514600" indent="-228600" algn="l" rtl="0" fontAlgn="base" latinLnBrk="1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6pPr>
      <a:lvl7pPr marL="2971800" indent="-228600" algn="l" rtl="0" fontAlgn="base" latinLnBrk="1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7pPr>
      <a:lvl8pPr marL="3429000" indent="-228600" algn="l" rtl="0" fontAlgn="base" latinLnBrk="1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8pPr>
      <a:lvl9pPr marL="3886200" indent="-228600" algn="l" rtl="0" fontAlgn="base" latinLnBrk="1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6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직사각형 9">
            <a:extLst>
              <a:ext uri="{FF2B5EF4-FFF2-40B4-BE49-F238E27FC236}">
                <a16:creationId xmlns:a16="http://schemas.microsoft.com/office/drawing/2014/main" id="{140FDDE1-9375-469C-A2DA-5EE2DAE2E09E}"/>
              </a:ext>
            </a:extLst>
          </p:cNvPr>
          <p:cNvSpPr/>
          <p:nvPr/>
        </p:nvSpPr>
        <p:spPr>
          <a:xfrm>
            <a:off x="416495" y="846998"/>
            <a:ext cx="9073009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lang="ko-KR" altLang="en-US" sz="14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화재 수신기 </a:t>
            </a:r>
            <a:r>
              <a:rPr lang="ko-KR" altLang="en-US" sz="1400" dirty="0" err="1">
                <a:latin typeface="맑은 고딕" panose="020B0503020000020004" pitchFamily="50" charset="-127"/>
                <a:ea typeface="맑은 고딕" panose="020B0503020000020004" pitchFamily="50" charset="-127"/>
              </a:rPr>
              <a:t>모델별</a:t>
            </a:r>
            <a:r>
              <a:rPr lang="en-US" altLang="ko-KR" sz="14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, </a:t>
            </a:r>
            <a:r>
              <a:rPr lang="ko-KR" altLang="en-US" sz="1400" dirty="0" err="1">
                <a:latin typeface="맑은 고딕" panose="020B0503020000020004" pitchFamily="50" charset="-127"/>
                <a:ea typeface="맑은 고딕" panose="020B0503020000020004" pitchFamily="50" charset="-127"/>
              </a:rPr>
              <a:t>제조년도별</a:t>
            </a:r>
            <a:r>
              <a:rPr lang="en-US" altLang="ko-KR" sz="14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, </a:t>
            </a:r>
            <a:r>
              <a:rPr lang="ko-KR" altLang="en-US" sz="14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제조사별로 각기 다른 데이터 체계로 구성되어 설비 관리의 어려움이 많았으나</a:t>
            </a:r>
            <a:r>
              <a:rPr lang="en-US" altLang="ko-KR" sz="14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, </a:t>
            </a:r>
            <a:r>
              <a:rPr lang="ko-KR" altLang="en-US" sz="14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인공지능 알고리즘 등이 적용된 </a:t>
            </a:r>
            <a:r>
              <a:rPr lang="en-US" altLang="ko-KR" sz="1400" dirty="0" err="1">
                <a:latin typeface="맑은 고딕" panose="020B0503020000020004" pitchFamily="50" charset="-127"/>
                <a:ea typeface="맑은 고딕" panose="020B0503020000020004" pitchFamily="50" charset="-127"/>
              </a:rPr>
              <a:t>BDCon</a:t>
            </a:r>
            <a:r>
              <a:rPr lang="ko-KR" altLang="en-US" sz="14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이 개발됨으로써 문제를 해결 할 수 </a:t>
            </a:r>
            <a:r>
              <a:rPr lang="ko-KR" altLang="en-US" sz="1400" dirty="0" err="1">
                <a:latin typeface="맑은 고딕" panose="020B0503020000020004" pitchFamily="50" charset="-127"/>
                <a:ea typeface="맑은 고딕" panose="020B0503020000020004" pitchFamily="50" charset="-127"/>
              </a:rPr>
              <a:t>있게됨</a:t>
            </a:r>
            <a:r>
              <a:rPr lang="ko-KR" altLang="en-US" sz="14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11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(</a:t>
            </a:r>
            <a:r>
              <a:rPr lang="ko-KR" altLang="en-US" sz="11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업체 주장</a:t>
            </a:r>
            <a:r>
              <a:rPr lang="en-US" altLang="ko-KR" sz="11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)</a:t>
            </a:r>
            <a:endParaRPr lang="ko-KR" altLang="en-US" sz="14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1" name="제목 5">
            <a:extLst>
              <a:ext uri="{FF2B5EF4-FFF2-40B4-BE49-F238E27FC236}">
                <a16:creationId xmlns:a16="http://schemas.microsoft.com/office/drawing/2014/main" id="{190CFA5C-7CB8-42BD-BCF0-4E31E29E1B9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7096" y="79164"/>
            <a:ext cx="5749782" cy="490067"/>
          </a:xfrm>
        </p:spPr>
        <p:txBody>
          <a:bodyPr/>
          <a:lstStyle/>
          <a:p>
            <a:r>
              <a:rPr lang="en-US" altLang="ko-KR" dirty="0">
                <a:latin typeface="Malgun Gothic Semilight" panose="020B0502040204020203" pitchFamily="50" charset="-127"/>
                <a:ea typeface="Malgun Gothic Semilight" panose="020B0502040204020203" pitchFamily="50" charset="-127"/>
                <a:cs typeface="Malgun Gothic Semilight" panose="020B0502040204020203" pitchFamily="50" charset="-127"/>
              </a:rPr>
              <a:t>Ⅰ. </a:t>
            </a:r>
            <a:r>
              <a:rPr lang="en-US" altLang="ko-KR" dirty="0" err="1">
                <a:latin typeface="Malgun Gothic Semilight" panose="020B0502040204020203" pitchFamily="50" charset="-127"/>
                <a:ea typeface="Malgun Gothic Semilight" panose="020B0502040204020203" pitchFamily="50" charset="-127"/>
                <a:cs typeface="Malgun Gothic Semilight" panose="020B0502040204020203" pitchFamily="50" charset="-127"/>
              </a:rPr>
              <a:t>BDCon</a:t>
            </a:r>
            <a:r>
              <a:rPr lang="ko-KR" altLang="en-US" dirty="0">
                <a:latin typeface="Malgun Gothic Semilight" panose="020B0502040204020203" pitchFamily="50" charset="-127"/>
                <a:ea typeface="Malgun Gothic Semilight" panose="020B0502040204020203" pitchFamily="50" charset="-127"/>
                <a:cs typeface="Malgun Gothic Semilight" panose="020B0502040204020203" pitchFamily="50" charset="-127"/>
              </a:rPr>
              <a:t> 서비스 소개</a:t>
            </a:r>
          </a:p>
        </p:txBody>
      </p:sp>
      <p:grpSp>
        <p:nvGrpSpPr>
          <p:cNvPr id="12" name="그룹 11">
            <a:extLst>
              <a:ext uri="{FF2B5EF4-FFF2-40B4-BE49-F238E27FC236}">
                <a16:creationId xmlns:a16="http://schemas.microsoft.com/office/drawing/2014/main" id="{C36C49F7-A1A9-4B7F-A7AE-4A807AA9070E}"/>
              </a:ext>
            </a:extLst>
          </p:cNvPr>
          <p:cNvGrpSpPr/>
          <p:nvPr/>
        </p:nvGrpSpPr>
        <p:grpSpPr>
          <a:xfrm>
            <a:off x="1178632" y="4231094"/>
            <a:ext cx="7632848" cy="1853410"/>
            <a:chOff x="1424608" y="2229019"/>
            <a:chExt cx="7443121" cy="1589613"/>
          </a:xfrm>
        </p:grpSpPr>
        <p:pic>
          <p:nvPicPr>
            <p:cNvPr id="5" name="그림 4">
              <a:extLst>
                <a:ext uri="{FF2B5EF4-FFF2-40B4-BE49-F238E27FC236}">
                  <a16:creationId xmlns:a16="http://schemas.microsoft.com/office/drawing/2014/main" id="{F9C053D6-51C8-46CE-BDE8-2C14F6148CCC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424608" y="2492607"/>
              <a:ext cx="1205094" cy="1061610"/>
            </a:xfrm>
            <a:prstGeom prst="rect">
              <a:avLst/>
            </a:prstGeom>
          </p:spPr>
        </p:pic>
        <p:pic>
          <p:nvPicPr>
            <p:cNvPr id="7" name="그림 6">
              <a:extLst>
                <a:ext uri="{FF2B5EF4-FFF2-40B4-BE49-F238E27FC236}">
                  <a16:creationId xmlns:a16="http://schemas.microsoft.com/office/drawing/2014/main" id="{54930B2A-359E-4588-8D0C-42FDFE557E2B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2826027" y="2229019"/>
              <a:ext cx="6041702" cy="1589613"/>
            </a:xfrm>
            <a:prstGeom prst="rect">
              <a:avLst/>
            </a:prstGeom>
          </p:spPr>
        </p:pic>
      </p:grpSp>
      <p:pic>
        <p:nvPicPr>
          <p:cNvPr id="13" name="그림 12">
            <a:extLst>
              <a:ext uri="{FF2B5EF4-FFF2-40B4-BE49-F238E27FC236}">
                <a16:creationId xmlns:a16="http://schemas.microsoft.com/office/drawing/2014/main" id="{9FEB6E2E-7561-4DD1-8CAA-22E8E4D21CF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630115" y="2117002"/>
            <a:ext cx="2890837" cy="1114425"/>
          </a:xfrm>
          <a:prstGeom prst="rect">
            <a:avLst/>
          </a:prstGeom>
        </p:spPr>
      </p:pic>
      <p:pic>
        <p:nvPicPr>
          <p:cNvPr id="14" name="그림 13">
            <a:extLst>
              <a:ext uri="{FF2B5EF4-FFF2-40B4-BE49-F238E27FC236}">
                <a16:creationId xmlns:a16="http://schemas.microsoft.com/office/drawing/2014/main" id="{984975C0-D46F-4BA2-8C9A-AE2A0ABEF3FA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463533" y="1561253"/>
            <a:ext cx="2812352" cy="2918813"/>
          </a:xfrm>
          <a:prstGeom prst="rect">
            <a:avLst/>
          </a:prstGeom>
        </p:spPr>
      </p:pic>
      <p:sp>
        <p:nvSpPr>
          <p:cNvPr id="17" name="타원 16">
            <a:extLst>
              <a:ext uri="{FF2B5EF4-FFF2-40B4-BE49-F238E27FC236}">
                <a16:creationId xmlns:a16="http://schemas.microsoft.com/office/drawing/2014/main" id="{35FF331C-46B5-4EFE-BCE4-735B3D0E0920}"/>
              </a:ext>
            </a:extLst>
          </p:cNvPr>
          <p:cNvSpPr/>
          <p:nvPr/>
        </p:nvSpPr>
        <p:spPr>
          <a:xfrm>
            <a:off x="3512840" y="4231094"/>
            <a:ext cx="1512168" cy="1646178"/>
          </a:xfrm>
          <a:prstGeom prst="ellipse">
            <a:avLst/>
          </a:prstGeom>
          <a:noFill/>
          <a:ln w="57150">
            <a:solidFill>
              <a:srgbClr val="C5003D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20000"/>
              </a:lnSpc>
              <a:spcBef>
                <a:spcPts val="600"/>
              </a:spcBef>
            </a:pPr>
            <a:endParaRPr lang="ko-KR" altLang="en-US" sz="1100" dirty="0">
              <a:solidFill>
                <a:schemeClr val="tx1"/>
              </a:solidFill>
              <a:latin typeface="+mn-ea"/>
              <a:cs typeface="Arial" pitchFamily="34" charset="0"/>
            </a:endParaRPr>
          </a:p>
        </p:txBody>
      </p:sp>
      <p:sp>
        <p:nvSpPr>
          <p:cNvPr id="18" name="말풍선: 사각형 17">
            <a:extLst>
              <a:ext uri="{FF2B5EF4-FFF2-40B4-BE49-F238E27FC236}">
                <a16:creationId xmlns:a16="http://schemas.microsoft.com/office/drawing/2014/main" id="{1D62BFE6-54A2-47B2-A40C-366B2561C472}"/>
              </a:ext>
            </a:extLst>
          </p:cNvPr>
          <p:cNvSpPr/>
          <p:nvPr/>
        </p:nvSpPr>
        <p:spPr>
          <a:xfrm>
            <a:off x="1244984" y="1925149"/>
            <a:ext cx="3600400" cy="1646178"/>
          </a:xfrm>
          <a:prstGeom prst="wedgeRectCallout">
            <a:avLst>
              <a:gd name="adj1" fmla="val 29961"/>
              <a:gd name="adj2" fmla="val 88538"/>
            </a:avLst>
          </a:prstGeom>
          <a:noFill/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20000"/>
              </a:lnSpc>
              <a:spcBef>
                <a:spcPts val="600"/>
              </a:spcBef>
            </a:pPr>
            <a:endParaRPr lang="ko-KR" altLang="en-US" sz="1100" dirty="0">
              <a:solidFill>
                <a:schemeClr val="tx1"/>
              </a:solidFill>
              <a:latin typeface="+mn-ea"/>
              <a:cs typeface="Arial" pitchFamily="34" charset="0"/>
            </a:endParaRPr>
          </a:p>
        </p:txBody>
      </p:sp>
      <p:sp>
        <p:nvSpPr>
          <p:cNvPr id="20" name="텍스트 개체 틀 19">
            <a:extLst>
              <a:ext uri="{FF2B5EF4-FFF2-40B4-BE49-F238E27FC236}">
                <a16:creationId xmlns:a16="http://schemas.microsoft.com/office/drawing/2014/main" id="{8EC5E79A-D1F3-472A-856E-4D6E31E55BC3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0903011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CEB395D-ED40-4D8A-BF9A-29667339494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8464" y="101394"/>
            <a:ext cx="5749782" cy="490067"/>
          </a:xfrm>
        </p:spPr>
        <p:txBody>
          <a:bodyPr/>
          <a:lstStyle/>
          <a:p>
            <a:r>
              <a:rPr lang="en-US" altLang="ko-KR" dirty="0">
                <a:latin typeface="Malgun Gothic Semilight" panose="020B0502040204020203" pitchFamily="50" charset="-127"/>
                <a:ea typeface="Malgun Gothic Semilight" panose="020B0502040204020203" pitchFamily="50" charset="-127"/>
                <a:cs typeface="Malgun Gothic Semilight" panose="020B0502040204020203" pitchFamily="50" charset="-127"/>
              </a:rPr>
              <a:t>Ⅱ.</a:t>
            </a:r>
            <a:r>
              <a:rPr lang="ko-KR" altLang="en-US" dirty="0">
                <a:latin typeface="Malgun Gothic Semilight" panose="020B0502040204020203" pitchFamily="50" charset="-127"/>
                <a:ea typeface="Malgun Gothic Semilight" panose="020B0502040204020203" pitchFamily="50" charset="-127"/>
                <a:cs typeface="Malgun Gothic Semilight" panose="020B0502040204020203" pitchFamily="50" charset="-127"/>
              </a:rPr>
              <a:t> 검토 의견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3FD95A13-D466-4BE6-8A6F-DA22EBF0B8A3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endParaRPr lang="ko-KR" altLang="en-US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A8CB64B7-813E-480A-8A8E-FAAE50AC93F4}"/>
              </a:ext>
            </a:extLst>
          </p:cNvPr>
          <p:cNvSpPr/>
          <p:nvPr/>
        </p:nvSpPr>
        <p:spPr>
          <a:xfrm>
            <a:off x="486734" y="1892488"/>
            <a:ext cx="8813204" cy="3785652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 marL="171450" indent="-171450">
              <a:spcBef>
                <a:spcPts val="0"/>
              </a:spcBef>
              <a:spcAft>
                <a:spcPts val="600"/>
              </a:spcAft>
              <a:buFont typeface="맑은 고딕" panose="020B0503020000020004" pitchFamily="50" charset="-127"/>
              <a:buChar char="○"/>
            </a:pPr>
            <a:endParaRPr lang="en-US" altLang="ko-KR" sz="12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marL="171450" indent="-171450">
              <a:spcBef>
                <a:spcPts val="0"/>
              </a:spcBef>
              <a:spcAft>
                <a:spcPts val="600"/>
              </a:spcAft>
              <a:buFont typeface="맑은 고딕" panose="020B0503020000020004" pitchFamily="50" charset="-127"/>
              <a:buChar char="○"/>
            </a:pPr>
            <a:r>
              <a:rPr lang="ko-KR" altLang="en-US" sz="12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 ‘화재예방</a:t>
            </a:r>
            <a:r>
              <a:rPr lang="en-US" altLang="ko-KR" sz="12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, </a:t>
            </a:r>
            <a:r>
              <a:rPr lang="ko-KR" altLang="en-US" sz="12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소방시설 </a:t>
            </a:r>
            <a:r>
              <a:rPr lang="ko-KR" altLang="en-US" sz="1200" dirty="0" err="1">
                <a:latin typeface="맑은 고딕" panose="020B0503020000020004" pitchFamily="50" charset="-127"/>
                <a:ea typeface="맑은 고딕" panose="020B0503020000020004" pitchFamily="50" charset="-127"/>
              </a:rPr>
              <a:t>설치ㆍ유지</a:t>
            </a:r>
            <a:r>
              <a:rPr lang="ko-KR" altLang="en-US" sz="12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 및 안전관리에 관한 법률’ 제</a:t>
            </a:r>
            <a:r>
              <a:rPr lang="en-US" altLang="ko-KR" sz="12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36</a:t>
            </a:r>
            <a:r>
              <a:rPr lang="ko-KR" altLang="en-US" sz="12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조</a:t>
            </a:r>
            <a:r>
              <a:rPr lang="en-US" altLang="ko-KR" sz="12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(</a:t>
            </a:r>
            <a:r>
              <a:rPr lang="ko-KR" altLang="en-US" sz="12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소방용품의 형식승인 등</a:t>
            </a:r>
            <a:r>
              <a:rPr lang="en-US" altLang="ko-KR" sz="12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) 6</a:t>
            </a:r>
            <a:r>
              <a:rPr lang="ko-KR" altLang="en-US" sz="12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항</a:t>
            </a:r>
            <a:endParaRPr lang="en-US" altLang="ko-KR" sz="12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>
              <a:spcBef>
                <a:spcPts val="0"/>
              </a:spcBef>
              <a:spcAft>
                <a:spcPts val="600"/>
              </a:spcAft>
            </a:pPr>
            <a:r>
              <a:rPr lang="en-US" altLang="ko-KR" sz="12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   </a:t>
            </a:r>
            <a:r>
              <a:rPr lang="ko-KR" altLang="en-US" sz="12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 ▲형식승인을 받지 아니한 것</a:t>
            </a:r>
            <a:r>
              <a:rPr lang="en-US" altLang="ko-KR" sz="12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ko-KR" altLang="en-US" sz="12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▲형상 등을 임의로 변경한 것 ▲제품검사를 받지 아니하거나 합격표시를 하지 아니한 것은 </a:t>
            </a:r>
            <a:br>
              <a:rPr lang="en-US" altLang="ko-KR" sz="1200" dirty="0">
                <a:latin typeface="맑은 고딕" panose="020B0503020000020004" pitchFamily="50" charset="-127"/>
                <a:ea typeface="맑은 고딕" panose="020B0503020000020004" pitchFamily="50" charset="-127"/>
              </a:rPr>
            </a:br>
            <a:r>
              <a:rPr lang="en-US" altLang="ko-KR" sz="12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    </a:t>
            </a:r>
            <a:r>
              <a:rPr lang="ko-KR" altLang="en-US" sz="12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판매하거나 판매 목적으로 진열하거나 소방시설공사에 사용할 수 없다</a:t>
            </a:r>
            <a:endParaRPr lang="en-US" altLang="ko-KR" sz="12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>
              <a:spcBef>
                <a:spcPts val="0"/>
              </a:spcBef>
              <a:spcAft>
                <a:spcPts val="600"/>
              </a:spcAft>
            </a:pPr>
            <a:r>
              <a:rPr lang="en-US" altLang="ko-KR" sz="12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    </a:t>
            </a:r>
            <a:r>
              <a:rPr lang="en-US" altLang="ko-KR" sz="1200" dirty="0">
                <a:latin typeface="맑은 고딕" panose="020B0503020000020004" pitchFamily="50" charset="-127"/>
                <a:ea typeface="맑은 고딕" panose="020B0503020000020004" pitchFamily="50" charset="-127"/>
                <a:sym typeface="Wingdings" panose="05000000000000000000" pitchFamily="2" charset="2"/>
              </a:rPr>
              <a:t>  </a:t>
            </a:r>
            <a:r>
              <a:rPr lang="ko-KR" altLang="en-US" sz="1200" dirty="0">
                <a:latin typeface="맑은 고딕" panose="020B0503020000020004" pitchFamily="50" charset="-127"/>
                <a:ea typeface="맑은 고딕" panose="020B0503020000020004" pitchFamily="50" charset="-127"/>
                <a:sym typeface="Wingdings" panose="05000000000000000000" pitchFamily="2" charset="2"/>
              </a:rPr>
              <a:t>형식승인 필요</a:t>
            </a:r>
            <a:endParaRPr lang="en-US" altLang="ko-KR" sz="1200" dirty="0">
              <a:latin typeface="맑은 고딕" panose="020B0503020000020004" pitchFamily="50" charset="-127"/>
              <a:ea typeface="맑은 고딕" panose="020B0503020000020004" pitchFamily="50" charset="-127"/>
              <a:sym typeface="Wingdings" panose="05000000000000000000" pitchFamily="2" charset="2"/>
            </a:endParaRPr>
          </a:p>
          <a:p>
            <a:pPr>
              <a:spcBef>
                <a:spcPts val="0"/>
              </a:spcBef>
              <a:spcAft>
                <a:spcPts val="600"/>
              </a:spcAft>
            </a:pPr>
            <a:endParaRPr lang="en-US" altLang="ko-KR" sz="1200" dirty="0">
              <a:latin typeface="맑은 고딕" panose="020B0503020000020004" pitchFamily="50" charset="-127"/>
              <a:ea typeface="맑은 고딕" panose="020B0503020000020004" pitchFamily="50" charset="-127"/>
              <a:sym typeface="Wingdings" panose="05000000000000000000" pitchFamily="2" charset="2"/>
            </a:endParaRPr>
          </a:p>
          <a:p>
            <a:pPr marL="171450" indent="-171450">
              <a:spcBef>
                <a:spcPts val="0"/>
              </a:spcBef>
              <a:spcAft>
                <a:spcPts val="600"/>
              </a:spcAft>
              <a:buFont typeface="맑은 고딕" panose="020B0503020000020004" pitchFamily="50" charset="-127"/>
              <a:buChar char="○"/>
            </a:pPr>
            <a:r>
              <a:rPr lang="ko-KR" altLang="en-US" sz="12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 수신기 작동 불량 및</a:t>
            </a:r>
            <a:r>
              <a:rPr lang="en-US" altLang="ko-KR" sz="12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ko-KR" altLang="en-US" sz="12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오류 발생 시</a:t>
            </a:r>
            <a:r>
              <a:rPr lang="en-US" altLang="ko-KR" sz="12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,</a:t>
            </a:r>
            <a:r>
              <a:rPr lang="ko-KR" altLang="en-US" sz="12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 임의 부착물로 인한 </a:t>
            </a:r>
            <a:r>
              <a:rPr lang="en-US" altLang="ko-KR" sz="12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‘</a:t>
            </a:r>
            <a:r>
              <a:rPr lang="ko-KR" altLang="en-US" sz="12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수신기 제조사의 </a:t>
            </a:r>
            <a:r>
              <a:rPr lang="en-US" altLang="ko-KR" sz="12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A/S </a:t>
            </a:r>
            <a:r>
              <a:rPr lang="ko-KR" altLang="en-US" sz="12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면책</a:t>
            </a:r>
            <a:r>
              <a:rPr lang="en-US" altLang="ko-KR" sz="12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’</a:t>
            </a:r>
            <a:r>
              <a:rPr lang="ko-KR" altLang="en-US" sz="12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 을 주장 할 가능성이 큼</a:t>
            </a:r>
            <a:endParaRPr lang="en-US" altLang="ko-KR" sz="12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>
              <a:spcBef>
                <a:spcPts val="0"/>
              </a:spcBef>
              <a:spcAft>
                <a:spcPts val="600"/>
              </a:spcAft>
            </a:pPr>
            <a:r>
              <a:rPr lang="en-US" altLang="ko-KR" sz="12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     </a:t>
            </a:r>
            <a:r>
              <a:rPr lang="en-US" altLang="ko-KR" sz="1200" dirty="0">
                <a:latin typeface="맑은 고딕" panose="020B0503020000020004" pitchFamily="50" charset="-127"/>
                <a:ea typeface="맑은 고딕" panose="020B0503020000020004" pitchFamily="50" charset="-127"/>
                <a:sym typeface="Wingdings" panose="05000000000000000000" pitchFamily="2" charset="2"/>
              </a:rPr>
              <a:t> </a:t>
            </a:r>
            <a:r>
              <a:rPr lang="ko-KR" altLang="en-US" sz="1200" dirty="0">
                <a:latin typeface="맑은 고딕" panose="020B0503020000020004" pitchFamily="50" charset="-127"/>
                <a:ea typeface="맑은 고딕" panose="020B0503020000020004" pitchFamily="50" charset="-127"/>
                <a:sym typeface="Wingdings" panose="05000000000000000000" pitchFamily="2" charset="2"/>
              </a:rPr>
              <a:t>수신기 제조사와의 책임소재 판별기간동안 수신기 동작 중지에 따른 고객 불편 발생</a:t>
            </a:r>
            <a:endParaRPr lang="en-US" altLang="ko-KR" sz="12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>
              <a:spcBef>
                <a:spcPts val="0"/>
              </a:spcBef>
              <a:spcAft>
                <a:spcPts val="600"/>
              </a:spcAft>
            </a:pPr>
            <a:r>
              <a:rPr lang="en-US" altLang="ko-KR" sz="12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</a:p>
          <a:p>
            <a:pPr marL="171450" indent="-171450">
              <a:spcBef>
                <a:spcPts val="0"/>
              </a:spcBef>
              <a:spcAft>
                <a:spcPts val="600"/>
              </a:spcAft>
              <a:buFont typeface="맑은 고딕" panose="020B0503020000020004" pitchFamily="50" charset="-127"/>
              <a:buChar char="○"/>
            </a:pPr>
            <a:r>
              <a:rPr lang="ko-KR" altLang="en-US" sz="12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수신기 제조사와 </a:t>
            </a:r>
            <a:r>
              <a:rPr lang="en-US" altLang="ko-KR" sz="12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IoT </a:t>
            </a:r>
            <a:r>
              <a:rPr lang="ko-KR" altLang="en-US" sz="12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제조사간 </a:t>
            </a:r>
            <a:r>
              <a:rPr lang="en-US" altLang="ko-KR" sz="12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‘</a:t>
            </a:r>
            <a:r>
              <a:rPr lang="ko-KR" altLang="en-US" sz="12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재산권 침해의 다툼</a:t>
            </a:r>
            <a:r>
              <a:rPr lang="en-US" altLang="ko-KR" sz="12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’</a:t>
            </a:r>
            <a:r>
              <a:rPr lang="ko-KR" altLang="en-US" sz="12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 발생 가능성 존재</a:t>
            </a:r>
            <a:br>
              <a:rPr lang="en-US" altLang="ko-KR" sz="1200" dirty="0">
                <a:latin typeface="맑은 고딕" panose="020B0503020000020004" pitchFamily="50" charset="-127"/>
                <a:ea typeface="맑은 고딕" panose="020B0503020000020004" pitchFamily="50" charset="-127"/>
              </a:rPr>
            </a:br>
            <a:r>
              <a:rPr lang="en-US" altLang="ko-KR" sz="12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  </a:t>
            </a:r>
            <a:r>
              <a:rPr lang="en-US" altLang="ko-KR" sz="1200" dirty="0">
                <a:latin typeface="맑은 고딕" panose="020B0503020000020004" pitchFamily="50" charset="-127"/>
                <a:ea typeface="맑은 고딕" panose="020B0503020000020004" pitchFamily="50" charset="-127"/>
                <a:sym typeface="Wingdings" panose="05000000000000000000" pitchFamily="2" charset="2"/>
              </a:rPr>
              <a:t> </a:t>
            </a:r>
            <a:r>
              <a:rPr lang="en-US" altLang="ko-KR" sz="12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SIEMENS</a:t>
            </a:r>
            <a:r>
              <a:rPr lang="ko-KR" altLang="en-US" sz="12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의 경우</a:t>
            </a:r>
            <a:r>
              <a:rPr lang="en-US" altLang="ko-KR" sz="12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, </a:t>
            </a:r>
            <a:r>
              <a:rPr lang="ko-KR" altLang="en-US" sz="12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화재수신기 정보 인출용 모듈을 대당 </a:t>
            </a:r>
            <a:r>
              <a:rPr lang="en-US" altLang="ko-KR" sz="12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1~2</a:t>
            </a:r>
            <a:r>
              <a:rPr lang="ko-KR" altLang="en-US" sz="12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백만원에 유상으로 판매하고 있음</a:t>
            </a:r>
            <a:endParaRPr lang="en-US" altLang="ko-KR" sz="12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>
              <a:spcBef>
                <a:spcPts val="0"/>
              </a:spcBef>
              <a:spcAft>
                <a:spcPts val="600"/>
              </a:spcAft>
            </a:pPr>
            <a:endParaRPr lang="en-US" altLang="ko-KR" sz="1200" dirty="0">
              <a:latin typeface="맑은 고딕" panose="020B0503020000020004" pitchFamily="50" charset="-127"/>
              <a:ea typeface="맑은 고딕" panose="020B0503020000020004" pitchFamily="50" charset="-127"/>
              <a:sym typeface="Wingdings" panose="05000000000000000000" pitchFamily="2" charset="2"/>
            </a:endParaRPr>
          </a:p>
          <a:p>
            <a:pPr>
              <a:spcBef>
                <a:spcPts val="0"/>
              </a:spcBef>
              <a:spcAft>
                <a:spcPts val="600"/>
              </a:spcAft>
            </a:pPr>
            <a:endParaRPr lang="en-US" altLang="ko-KR" sz="1200" dirty="0">
              <a:latin typeface="맑은 고딕" panose="020B0503020000020004" pitchFamily="50" charset="-127"/>
              <a:ea typeface="맑은 고딕" panose="020B0503020000020004" pitchFamily="50" charset="-127"/>
              <a:sym typeface="Wingdings" panose="05000000000000000000" pitchFamily="2" charset="2"/>
            </a:endParaRPr>
          </a:p>
          <a:p>
            <a:pPr>
              <a:spcBef>
                <a:spcPts val="0"/>
              </a:spcBef>
              <a:spcAft>
                <a:spcPts val="600"/>
              </a:spcAft>
            </a:pPr>
            <a:endParaRPr lang="en-US" altLang="ko-KR" sz="1200" dirty="0">
              <a:latin typeface="맑은 고딕" panose="020B0503020000020004" pitchFamily="50" charset="-127"/>
              <a:ea typeface="맑은 고딕" panose="020B0503020000020004" pitchFamily="50" charset="-127"/>
              <a:sym typeface="Wingdings" panose="05000000000000000000" pitchFamily="2" charset="2"/>
            </a:endParaRPr>
          </a:p>
          <a:p>
            <a:pPr>
              <a:spcBef>
                <a:spcPts val="0"/>
              </a:spcBef>
              <a:spcAft>
                <a:spcPts val="600"/>
              </a:spcAft>
            </a:pPr>
            <a:endParaRPr lang="ko-KR" altLang="en-US" sz="12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8FD2B145-069B-497C-85EE-AE97FE0E9B6A}"/>
              </a:ext>
            </a:extLst>
          </p:cNvPr>
          <p:cNvSpPr/>
          <p:nvPr/>
        </p:nvSpPr>
        <p:spPr>
          <a:xfrm>
            <a:off x="486734" y="818611"/>
            <a:ext cx="8813204" cy="73866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lang="en-US" altLang="ko-KR" sz="1400" dirty="0" err="1">
                <a:latin typeface="맑은 고딕" panose="020B0503020000020004" pitchFamily="50" charset="-127"/>
                <a:ea typeface="맑은 고딕" panose="020B0503020000020004" pitchFamily="50" charset="-127"/>
              </a:rPr>
              <a:t>BDCon</a:t>
            </a:r>
            <a:r>
              <a:rPr lang="ko-KR" altLang="en-US" sz="14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은 관련 법률과 유지관리 측면에서 선결해야 할 문제로 현시점에 일반 사업장에 도입은 부적합하므로</a:t>
            </a:r>
            <a:r>
              <a:rPr lang="en-US" altLang="ko-KR" sz="14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, </a:t>
            </a:r>
            <a:r>
              <a:rPr lang="ko-KR" altLang="en-US" sz="14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무상</a:t>
            </a:r>
            <a:r>
              <a:rPr lang="en-US" altLang="ko-KR" sz="14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A/S</a:t>
            </a:r>
            <a:r>
              <a:rPr lang="ko-KR" altLang="en-US" sz="14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기간이 종료된 노후 수신기나 폐업한 수신기 제조사의 제품을 보유한 소형 빌딩과</a:t>
            </a:r>
            <a:r>
              <a:rPr lang="en-US" altLang="ko-KR" sz="14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ko-KR" altLang="en-US" sz="14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상가에 적용하며 혁신기술 규제개혁 정책 또는 통신 규약 표준화 등 기술 변화를 기대하여야 하는 아이템임</a:t>
            </a:r>
          </a:p>
        </p:txBody>
      </p:sp>
    </p:spTree>
    <p:extLst>
      <p:ext uri="{BB962C8B-B14F-4D97-AF65-F5344CB8AC3E}">
        <p14:creationId xmlns:p14="http://schemas.microsoft.com/office/powerpoint/2010/main" val="219886547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TextBox 20">
            <a:extLst>
              <a:ext uri="{FF2B5EF4-FFF2-40B4-BE49-F238E27FC236}">
                <a16:creationId xmlns:a16="http://schemas.microsoft.com/office/drawing/2014/main" id="{EDBBDAF5-515F-4092-9D7D-17832D6BA923}"/>
              </a:ext>
            </a:extLst>
          </p:cNvPr>
          <p:cNvSpPr txBox="1"/>
          <p:nvPr/>
        </p:nvSpPr>
        <p:spPr>
          <a:xfrm>
            <a:off x="848544" y="7305199"/>
            <a:ext cx="8766168" cy="121796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742950" fontAlgn="auto">
              <a:spcBef>
                <a:spcPts val="0"/>
              </a:spcBef>
              <a:spcAft>
                <a:spcPts val="0"/>
              </a:spcAft>
            </a:pPr>
            <a:r>
              <a:rPr kumimoji="0" lang="en-US" altLang="ko-KR" sz="1463" dirty="0"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1) </a:t>
            </a:r>
            <a:r>
              <a:rPr kumimoji="0" lang="ko-KR" altLang="en-US" sz="1463" dirty="0"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고객이 필요로 하는 </a:t>
            </a:r>
            <a:r>
              <a:rPr kumimoji="0" lang="ko-KR" altLang="en-US" sz="1463" dirty="0">
                <a:solidFill>
                  <a:srgbClr val="FF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상품 추천</a:t>
            </a:r>
            <a:r>
              <a:rPr kumimoji="0" lang="ko-KR" altLang="en-US" sz="1463" dirty="0"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을 가장 잘 해주는 기업</a:t>
            </a:r>
            <a:endParaRPr kumimoji="0" lang="en-US" altLang="ko-KR" sz="1463" dirty="0">
              <a:solidFill>
                <a:prstClr val="black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defTabSz="742950" fontAlgn="auto">
              <a:spcBef>
                <a:spcPts val="0"/>
              </a:spcBef>
              <a:spcAft>
                <a:spcPts val="0"/>
              </a:spcAft>
            </a:pPr>
            <a:r>
              <a:rPr kumimoji="0" lang="en-US" altLang="ko-KR" sz="1463" dirty="0"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2) FM </a:t>
            </a:r>
            <a:r>
              <a:rPr kumimoji="0" lang="ko-KR" altLang="en-US" sz="1463" dirty="0"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상품 </a:t>
            </a:r>
            <a:r>
              <a:rPr kumimoji="0" lang="ko-KR" altLang="en-US" sz="1463" dirty="0">
                <a:solidFill>
                  <a:srgbClr val="FF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전문 </a:t>
            </a:r>
            <a:r>
              <a:rPr kumimoji="0" lang="en-US" altLang="ko-KR" sz="1463" dirty="0">
                <a:solidFill>
                  <a:srgbClr val="FF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MD </a:t>
            </a:r>
            <a:r>
              <a:rPr kumimoji="0" lang="ko-KR" altLang="en-US" sz="1463" dirty="0"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최다 보유 기업</a:t>
            </a:r>
            <a:endParaRPr kumimoji="0" lang="en-US" altLang="ko-KR" sz="1463" dirty="0">
              <a:solidFill>
                <a:prstClr val="black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defTabSz="742950" fontAlgn="auto">
              <a:spcBef>
                <a:spcPts val="0"/>
              </a:spcBef>
              <a:spcAft>
                <a:spcPts val="0"/>
              </a:spcAft>
            </a:pPr>
            <a:r>
              <a:rPr kumimoji="0" lang="en-US" altLang="ko-KR" sz="1463" dirty="0"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3) FM </a:t>
            </a:r>
            <a:r>
              <a:rPr kumimoji="0" lang="ko-KR" altLang="en-US" sz="1463" dirty="0"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서비스 </a:t>
            </a:r>
            <a:r>
              <a:rPr kumimoji="0" lang="ko-KR" altLang="en-US" sz="1463" dirty="0">
                <a:solidFill>
                  <a:srgbClr val="FF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공급 업체가 가장 선호</a:t>
            </a:r>
            <a:r>
              <a:rPr kumimoji="0" lang="ko-KR" altLang="en-US" sz="1463" dirty="0"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하는 협업 파트너</a:t>
            </a:r>
            <a:endParaRPr kumimoji="0" lang="en-US" altLang="ko-KR" sz="1463" dirty="0">
              <a:solidFill>
                <a:prstClr val="black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defTabSz="742950" fontAlgn="auto">
              <a:spcBef>
                <a:spcPts val="0"/>
              </a:spcBef>
              <a:spcAft>
                <a:spcPts val="0"/>
              </a:spcAft>
            </a:pPr>
            <a:r>
              <a:rPr kumimoji="0" lang="en-US" altLang="ko-KR" sz="1463" dirty="0"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4) </a:t>
            </a:r>
            <a:r>
              <a:rPr kumimoji="0" lang="ko-KR" altLang="en-US" sz="1463" dirty="0"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건물관리 상품 외 헬스 케어</a:t>
            </a:r>
            <a:r>
              <a:rPr kumimoji="0" lang="en-US" altLang="ko-KR" sz="1463" dirty="0"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, </a:t>
            </a:r>
            <a:r>
              <a:rPr kumimoji="0" lang="ko-KR" altLang="en-US" sz="1463" dirty="0" err="1"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모빌리티</a:t>
            </a:r>
            <a:r>
              <a:rPr kumimoji="0" lang="ko-KR" altLang="en-US" sz="1463" dirty="0"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등의 상품을 결합한 </a:t>
            </a:r>
            <a:r>
              <a:rPr kumimoji="0" lang="ko-KR" altLang="en-US" sz="1463" dirty="0">
                <a:solidFill>
                  <a:srgbClr val="FF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종합 패키지</a:t>
            </a:r>
            <a:br>
              <a:rPr kumimoji="0" lang="en-US" altLang="ko-KR" sz="1463" dirty="0"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</a:br>
            <a:r>
              <a:rPr kumimoji="0" lang="en-US" altLang="ko-KR" sz="1463" dirty="0"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5) </a:t>
            </a:r>
            <a:r>
              <a:rPr kumimoji="0" lang="ko-KR" altLang="en-US" sz="1463" dirty="0"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새로운 상품</a:t>
            </a:r>
            <a:r>
              <a:rPr kumimoji="0" lang="en-US" altLang="ko-KR" sz="1463" dirty="0"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/</a:t>
            </a:r>
            <a:r>
              <a:rPr kumimoji="0" lang="ko-KR" altLang="en-US" sz="1463" dirty="0"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서비스를 </a:t>
            </a:r>
            <a:r>
              <a:rPr kumimoji="0" lang="ko-KR" altLang="en-US" sz="1463" dirty="0">
                <a:solidFill>
                  <a:srgbClr val="FF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가장 빠르게 발굴</a:t>
            </a:r>
            <a:r>
              <a:rPr kumimoji="0" lang="ko-KR" altLang="en-US" sz="1463" dirty="0"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하고 가장 많은 </a:t>
            </a:r>
            <a:r>
              <a:rPr kumimoji="0" lang="en-US" altLang="ko-KR" sz="1463" dirty="0"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FM </a:t>
            </a:r>
            <a:r>
              <a:rPr kumimoji="0" lang="ko-KR" altLang="en-US" sz="1463" dirty="0"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상품을 보유한 기업</a:t>
            </a:r>
            <a:endParaRPr kumimoji="0" lang="en-US" altLang="ko-KR" sz="1463" dirty="0">
              <a:solidFill>
                <a:prstClr val="black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6" name="텍스트 개체 틀 5">
            <a:extLst>
              <a:ext uri="{FF2B5EF4-FFF2-40B4-BE49-F238E27FC236}">
                <a16:creationId xmlns:a16="http://schemas.microsoft.com/office/drawing/2014/main" id="{7335022B-E97A-4483-A665-CDFD96B5953B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11" name="제목 5">
            <a:extLst>
              <a:ext uri="{FF2B5EF4-FFF2-40B4-BE49-F238E27FC236}">
                <a16:creationId xmlns:a16="http://schemas.microsoft.com/office/drawing/2014/main" id="{190CFA5C-7CB8-42BD-BCF0-4E31E29E1B9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7096" y="79164"/>
            <a:ext cx="5749782" cy="490067"/>
          </a:xfrm>
        </p:spPr>
        <p:txBody>
          <a:bodyPr/>
          <a:lstStyle/>
          <a:p>
            <a:r>
              <a:rPr lang="en-US" altLang="ko-KR" b="0" dirty="0">
                <a:latin typeface="Malgun Gothic Semilight" panose="020B0502040204020203" pitchFamily="50" charset="-127"/>
                <a:ea typeface="Malgun Gothic Semilight" panose="020B0502040204020203" pitchFamily="50" charset="-127"/>
                <a:cs typeface="Malgun Gothic Semilight" panose="020B0502040204020203" pitchFamily="50" charset="-127"/>
              </a:rPr>
              <a:t>(</a:t>
            </a:r>
            <a:r>
              <a:rPr lang="ko-KR" altLang="en-US" b="0" dirty="0">
                <a:latin typeface="Malgun Gothic Semilight" panose="020B0502040204020203" pitchFamily="50" charset="-127"/>
                <a:ea typeface="Malgun Gothic Semilight" panose="020B0502040204020203" pitchFamily="50" charset="-127"/>
                <a:cs typeface="Malgun Gothic Semilight" panose="020B0502040204020203" pitchFamily="50" charset="-127"/>
              </a:rPr>
              <a:t>참고</a:t>
            </a:r>
            <a:r>
              <a:rPr lang="en-US" altLang="ko-KR" b="0" dirty="0">
                <a:latin typeface="Malgun Gothic Semilight" panose="020B0502040204020203" pitchFamily="50" charset="-127"/>
                <a:ea typeface="Malgun Gothic Semilight" panose="020B0502040204020203" pitchFamily="50" charset="-127"/>
                <a:cs typeface="Malgun Gothic Semilight" panose="020B0502040204020203" pitchFamily="50" charset="-127"/>
              </a:rPr>
              <a:t>) KISREPORT</a:t>
            </a:r>
            <a:endParaRPr lang="ko-KR" altLang="en-US" b="0" dirty="0">
              <a:latin typeface="Malgun Gothic Semilight" panose="020B0502040204020203" pitchFamily="50" charset="-127"/>
              <a:ea typeface="Malgun Gothic Semilight" panose="020B0502040204020203" pitchFamily="50" charset="-127"/>
              <a:cs typeface="Malgun Gothic Semilight" panose="020B0502040204020203" pitchFamily="50" charset="-127"/>
            </a:endParaRPr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8157711A-B887-4661-BB9C-1DA4E940375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8544" y="980728"/>
            <a:ext cx="8172450" cy="2276475"/>
          </a:xfrm>
          <a:prstGeom prst="rect">
            <a:avLst/>
          </a:prstGeom>
        </p:spPr>
      </p:pic>
      <p:pic>
        <p:nvPicPr>
          <p:cNvPr id="4" name="그림 3">
            <a:extLst>
              <a:ext uri="{FF2B5EF4-FFF2-40B4-BE49-F238E27FC236}">
                <a16:creationId xmlns:a16="http://schemas.microsoft.com/office/drawing/2014/main" id="{C458799D-900E-475F-8030-702ED66317F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9359" y="3429000"/>
            <a:ext cx="8115300" cy="27717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98913766"/>
      </p:ext>
    </p:extLst>
  </p:cSld>
  <p:clrMapOvr>
    <a:masterClrMapping/>
  </p:clrMapOvr>
</p:sld>
</file>

<file path=ppt/theme/theme1.xml><?xml version="1.0" encoding="utf-8"?>
<a:theme xmlns:a="http://schemas.openxmlformats.org/drawingml/2006/main" name="기본 디자인">
  <a:themeElements>
    <a:clrScheme name="기본 디자인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서비스개발팀">
      <a:majorFont>
        <a:latin typeface="LG스마트체 Regular"/>
        <a:ea typeface="LG스마트체 Regular"/>
        <a:cs typeface=""/>
      </a:majorFont>
      <a:minorFont>
        <a:latin typeface="LG스마트체 Regular"/>
        <a:ea typeface="LG스마트체 Regular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noFill/>
        <a:ln w="6350">
          <a:solidFill>
            <a:schemeClr val="tx1">
              <a:lumMod val="50000"/>
              <a:lumOff val="50000"/>
            </a:schemeClr>
          </a:solidFill>
        </a:ln>
      </a:spPr>
      <a:bodyPr rtlCol="0" anchor="ctr"/>
      <a:lstStyle>
        <a:defPPr>
          <a:lnSpc>
            <a:spcPct val="120000"/>
          </a:lnSpc>
          <a:spcBef>
            <a:spcPts val="600"/>
          </a:spcBef>
          <a:defRPr sz="1100" dirty="0" smtClean="0">
            <a:solidFill>
              <a:schemeClr val="tx1"/>
            </a:solidFill>
            <a:latin typeface="+mn-ea"/>
            <a:cs typeface="Arial" pitchFamily="34" charset="0"/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>
          <a:solidFill>
            <a:schemeClr val="tx1"/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rtlCol="0">
        <a:spAutoFit/>
      </a:bodyPr>
      <a:lstStyle>
        <a:defPPr latinLnBrk="0">
          <a:lnSpc>
            <a:spcPct val="120000"/>
          </a:lnSpc>
          <a:spcBef>
            <a:spcPts val="600"/>
          </a:spcBef>
          <a:defRPr sz="1200" dirty="0" smtClean="0">
            <a:latin typeface="+mn-lt"/>
            <a:ea typeface="+mn-ea"/>
            <a:cs typeface="Arial" pitchFamily="34" charset="0"/>
          </a:defRPr>
        </a:defPPr>
      </a:lstStyle>
    </a:txDef>
  </a:objectDefaults>
  <a:extraClrSchemeLst>
    <a:extraClrScheme>
      <a:clrScheme name="기본 디자인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기본 디자인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기본 디자인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기본 디자인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기본 디자인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기본 디자인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기본 디자인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기본 디자인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기본 디자인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기본 디자인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기본 디자인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기본 디자인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테마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30343</TotalTime>
  <Words>276</Words>
  <Application>Microsoft Office PowerPoint</Application>
  <PresentationFormat>A4 용지(210x297mm)</PresentationFormat>
  <Paragraphs>22</Paragraphs>
  <Slides>3</Slides>
  <Notes>2</Notes>
  <HiddenSlides>0</HiddenSlides>
  <MMClips>0</MMClips>
  <ScaleCrop>false</ScaleCrop>
  <HeadingPairs>
    <vt:vector size="6" baseType="variant">
      <vt:variant>
        <vt:lpstr>사용한 글꼴</vt:lpstr>
      </vt:variant>
      <vt:variant>
        <vt:i4>7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3</vt:i4>
      </vt:variant>
    </vt:vector>
  </HeadingPairs>
  <TitlesOfParts>
    <vt:vector size="11" baseType="lpstr">
      <vt:lpstr>LG스마트체 Regular</vt:lpstr>
      <vt:lpstr>LG스마트체 SemiBold</vt:lpstr>
      <vt:lpstr>Malgun Gothic Semilight</vt:lpstr>
      <vt:lpstr>굴림</vt:lpstr>
      <vt:lpstr>맑은 고딕</vt:lpstr>
      <vt:lpstr>Arial</vt:lpstr>
      <vt:lpstr>Wingdings</vt:lpstr>
      <vt:lpstr>기본 디자인</vt:lpstr>
      <vt:lpstr>Ⅰ. BDCon 서비스 소개</vt:lpstr>
      <vt:lpstr>Ⅱ. 검토 의견</vt:lpstr>
      <vt:lpstr>(참고) KISREPORT</vt:lpstr>
    </vt:vector>
  </TitlesOfParts>
  <Manager>류창우</Manager>
  <Company>SERVEONE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 Template - 기본</dc:title>
  <dc:creator>외부사업담당</dc:creator>
  <cp:lastModifiedBy>Ucjh</cp:lastModifiedBy>
  <cp:revision>2717</cp:revision>
  <cp:lastPrinted>2017-07-06T08:43:05Z</cp:lastPrinted>
  <dcterms:created xsi:type="dcterms:W3CDTF">2010-05-06T04:51:51Z</dcterms:created>
  <dcterms:modified xsi:type="dcterms:W3CDTF">2022-11-25T08:30:33Z</dcterms:modified>
</cp:coreProperties>
</file>