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3" r:id="rId2"/>
    <p:sldId id="270" r:id="rId3"/>
    <p:sldId id="264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36" autoAdjust="0"/>
  </p:normalViewPr>
  <p:slideViewPr>
    <p:cSldViewPr showGuides="1">
      <p:cViewPr varScale="1">
        <p:scale>
          <a:sx n="116" d="100"/>
          <a:sy n="116" d="100"/>
        </p:scale>
        <p:origin x="138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793EF-BCA7-4093-8429-D75DA2B9831B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C5F6F-166A-46B6-9866-AECEB95338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5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1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8375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2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0589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3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7238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736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61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96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499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627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76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05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8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28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25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695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7"/>
          <p:cNvSpPr>
            <a:spLocks noGrp="1"/>
          </p:cNvSpPr>
          <p:nvPr userDrawn="1">
            <p:ph type="body" sz="quarter" idx="16"/>
          </p:nvPr>
        </p:nvSpPr>
        <p:spPr>
          <a:xfrm>
            <a:off x="5114569" y="95549"/>
            <a:ext cx="3721096" cy="227225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0" kern="1200" spc="-100" baseline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 lvl="0"/>
            <a:endParaRPr lang="en-US" altLang="ko-KR" dirty="0"/>
          </a:p>
        </p:txBody>
      </p:sp>
      <p:cxnSp>
        <p:nvCxnSpPr>
          <p:cNvPr id="27" name="직선 연결선 1"/>
          <p:cNvCxnSpPr/>
          <p:nvPr userDrawn="1"/>
        </p:nvCxnSpPr>
        <p:spPr>
          <a:xfrm>
            <a:off x="316574" y="522115"/>
            <a:ext cx="850938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텍스트 개체 틀 1"/>
          <p:cNvSpPr>
            <a:spLocks noGrp="1"/>
          </p:cNvSpPr>
          <p:nvPr>
            <p:ph type="body" sz="quarter" idx="10" hasCustomPrompt="1"/>
          </p:nvPr>
        </p:nvSpPr>
        <p:spPr>
          <a:xfrm>
            <a:off x="449946" y="149294"/>
            <a:ext cx="3723176" cy="25537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buNone/>
              <a:defRPr sz="1800" b="1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ko-KR"/>
              <a:t>1.1.1 </a:t>
            </a:r>
            <a:r>
              <a:rPr lang="ko-KR" altLang="en-US"/>
              <a:t>소제목 맑은 고딕 </a:t>
            </a:r>
            <a:r>
              <a:rPr lang="en-US" altLang="ko-KR"/>
              <a:t>18pt Bold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288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E11B6-622F-400D-A047-ADF48A56494D}" type="datetimeFigureOut">
              <a:rPr lang="ko-KR" altLang="en-US" smtClean="0"/>
              <a:t>22-10-24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5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4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텍스트 개체 틀 1"/>
          <p:cNvSpPr>
            <a:spLocks noGrp="1"/>
          </p:cNvSpPr>
          <p:nvPr>
            <p:ph type="body" sz="quarter" idx="10"/>
          </p:nvPr>
        </p:nvSpPr>
        <p:spPr>
          <a:extLst/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신규투자 상세내역서 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878778"/>
              </p:ext>
            </p:extLst>
          </p:nvPr>
        </p:nvGraphicFramePr>
        <p:xfrm>
          <a:off x="709735" y="713905"/>
          <a:ext cx="7795481" cy="5839139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6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7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7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14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0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최용민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152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152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영상분석 신규 탐지유형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보안안전 서비스 상품 개발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’23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5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영상 분석 신규 탐지 유형 추가 개발을 통한 서비스 고도화 및 보안 안전 서비스 관련 상품 라인업 확대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02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노드 개발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영상 중계기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브릿지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디바이스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 개선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보안 안전 신규서비스 상품 개발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873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당사 운영 센터 및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서비스 이용 고객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152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10469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85725" indent="-85725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노드 추가를 통한 고객 니즈 충족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indent="-85725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서비스 판매 대상 고객 확대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indent="-85725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보안 안전 상품 개발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indent="-85725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서비스 품질 향상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영상 중계기 성능 개선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indent="-85725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152">
                <a:tc rowSpan="6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268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공사비</a:t>
                      </a: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노드 개발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개당 약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*3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노드 학습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테스트 등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영상중계기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 개선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보안 안전 관련 상품 개발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678" marR="30678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400,000</a:t>
                      </a:r>
                      <a:endParaRPr lang="ko-KR" altLang="en-US" sz="1000" b="0" i="0" u="none" strike="noStrike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400,000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32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설계비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678" marR="30678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32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anose="020B0503020000020004" pitchFamily="50" charset="-127"/>
                        </a:rPr>
                        <a:t>3.</a:t>
                      </a:r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anose="020B0503020000020004" pitchFamily="50" charset="-127"/>
                        </a:rPr>
                        <a:t>세금 및 기타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678" marR="30678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632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anose="020B0503020000020004" pitchFamily="50" charset="-127"/>
                        </a:rPr>
                        <a:t>4.</a:t>
                      </a:r>
                      <a:r>
                        <a:rPr lang="en-US" altLang="ko-KR" sz="1000" b="1" i="0" u="none" strike="noStrike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i="0" u="none" strike="noStrike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anose="020B0503020000020004" pitchFamily="50" charset="-127"/>
                        </a:rPr>
                        <a:t>부대 비용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0678" marR="30678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302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632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04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FC1BA81-C668-4E54-84F6-4E4FA1B18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224134"/>
              </p:ext>
            </p:extLst>
          </p:nvPr>
        </p:nvGraphicFramePr>
        <p:xfrm>
          <a:off x="674259" y="764704"/>
          <a:ext cx="7795481" cy="5327975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0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85420812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248">
                  <a:extLst>
                    <a:ext uri="{9D8B030D-6E8A-4147-A177-3AD203B41FA5}">
                      <a16:colId xmlns:a16="http://schemas.microsoft.com/office/drawing/2014/main" val="1066911802"/>
                    </a:ext>
                  </a:extLst>
                </a:gridCol>
                <a:gridCol w="8079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2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장재호 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15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58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및 센서 라인업 확보를 위한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H/W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 및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S/W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연동 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‘23.04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~11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중소형건축물 및 매장형 고객 공간에 제공하기 위한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라인업 확대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8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월까지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솔루션 업체를 발굴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또는 기존업체와의 협업을 통한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RMS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플랫폼을 위한 신규 아이템을 확대 개발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범용확장성을 지닌 통신기기 및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센서류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발굴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이동형화재감지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조도센서인식률향상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플랫폼연동 개발 등 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전용 및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공용공간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고객사용자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현장관리자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591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  <a:endParaRPr lang="ko-KR" altLang="en-US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50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장비 개별 개발없이 빠른 신규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확보가능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전용공간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중소형빌딩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신규 서비스 개발 가능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단위 연동으로 개발비 절감</a:t>
                      </a:r>
                      <a:b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연동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-&gt; 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확보</a:t>
                      </a:r>
                      <a:b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개별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개당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개발비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단위 연동으로 개발비 절감</a:t>
                      </a:r>
                      <a:br>
                        <a:rPr lang="ko-KR" altLang="en-US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연동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-&gt; 10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확보</a:t>
                      </a:r>
                      <a:br>
                        <a:rPr lang="ko-KR" altLang="en-US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개별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개발시 개당 </a:t>
                      </a:r>
                      <a:r>
                        <a:rPr lang="en-US" altLang="ko-KR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  <a:r>
                        <a:rPr lang="ko-KR" altLang="en-US" sz="1000" b="0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개발비</a:t>
                      </a:r>
                      <a:endParaRPr lang="ko-KR" altLang="en-US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15">
                <a:tc rowSpan="6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</a:t>
                      </a:r>
                      <a:endParaRPr lang="ko-KR" altLang="en-US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ko-KR" altLang="en-US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12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1.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연동 개발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I/F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서버 및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DB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구축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아이템 클라우드 연동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System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센서와 통신기기간 인터페이스 연동</a:t>
                      </a:r>
                      <a:endParaRPr lang="ko-KR" altLang="en-US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인터페이스 개발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아이템 클라우드 연동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System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2.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시제품 생산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H/W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시제품 제작 및 운영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디자인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70,000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시제품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금형제작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테스트클라우드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구축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인터페이스 개발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아이템 클라우드 연동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System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3. </a:t>
                      </a:r>
                      <a:r>
                        <a:rPr lang="en-US" altLang="ko-KR" sz="1000" b="1" i="0" u="none" strike="noStrike" kern="11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PoC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구축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아이템 테스트현장 구축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운영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30,000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테스트 현장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(2~3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구축 및 통신비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39130699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4. H/W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구입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통신기기 구입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82595286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3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705009-E398-4ED5-9432-960489C414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>
                <a:latin typeface="맑은 고딕" pitchFamily="50" charset="-127"/>
              </a:rPr>
              <a:t>신규투자 상세내역서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635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텍스트 개체 틀 1"/>
          <p:cNvSpPr>
            <a:spLocks noGrp="1"/>
          </p:cNvSpPr>
          <p:nvPr>
            <p:ph type="body" sz="quarter" idx="10"/>
          </p:nvPr>
        </p:nvSpPr>
        <p:spPr>
          <a:extLst/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>
                <a:latin typeface="맑은 고딕" pitchFamily="50" charset="-127"/>
              </a:rPr>
              <a:t>신규투자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상세내역서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724637"/>
              </p:ext>
            </p:extLst>
          </p:nvPr>
        </p:nvGraphicFramePr>
        <p:xfrm>
          <a:off x="692312" y="600290"/>
          <a:ext cx="7795481" cy="5814721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6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7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7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0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2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홍승철 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15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591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미화서비스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Offering Website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‘23.03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~05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78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중소형빌딩 및 매장형 고객대상 미화서비스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인바운드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영업을 위한 웹사이트 및 홍보물 제작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미화서비스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오퍼링을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접수할 수 있는 웹사이트 개발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미화서비스 소개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영역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업무프로세스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 강점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고객니즈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파악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필요한서비스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건물규모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마감재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예산범위 등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하는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쳇봇형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접수페이지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가견적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자동산출 후 세부 상담 연결 후 협력사 소싱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당사 브랜드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미화서비스 홍보자료 제작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브로셔 및 동영상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41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(2023~2024) 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당사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패트롤서비스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대상 고객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매장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청소계약 매출 실적 확보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(2025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브랜드신뢰도 및 서비스 실적을 바탕으로 한 매출 확대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중소형 빌딩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최종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대형 수익형 건물의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입주사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대상 전용구역 청소 영역확대를 통한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FM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미화 수주로 확대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591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50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고객중심의 서비스제공을 통한 중소형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매장시장진입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FM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社브랜드 파워를 활용한 전체 미화시장 석권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~2024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패트롤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고객확보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억이상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이후 사업확대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억 달성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2027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까지 매출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억 확대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15">
                <a:tc rowSpan="6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12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1.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웹사이트제작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디자인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프로그램개발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쳇봇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관리자페이지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게시판제작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호스팅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유지보수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도메인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무료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이후 유료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2.</a:t>
                      </a:r>
                      <a:r>
                        <a:rPr lang="en-US" altLang="ko-KR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홍보물제작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브로셔 인쇄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동영상 제작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384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3.</a:t>
                      </a:r>
                      <a:r>
                        <a:rPr lang="en-US" altLang="ko-KR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kern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제경비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출장비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식대 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3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3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892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756</Words>
  <Application>Microsoft Office PowerPoint</Application>
  <PresentationFormat>화면 슬라이드 쇼(4:3)</PresentationFormat>
  <Paragraphs>149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LG스마트체 Regular</vt:lpstr>
      <vt:lpstr>굴림</vt:lpstr>
      <vt:lpstr>맑은 고딕</vt:lpstr>
      <vt:lpstr>Arial</vt:lpstr>
      <vt:lpstr>Arial Narrow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Ucjh</cp:lastModifiedBy>
  <cp:revision>29</cp:revision>
  <dcterms:created xsi:type="dcterms:W3CDTF">2015-08-19T09:17:37Z</dcterms:created>
  <dcterms:modified xsi:type="dcterms:W3CDTF">2022-10-24T06:27:26Z</dcterms:modified>
</cp:coreProperties>
</file>