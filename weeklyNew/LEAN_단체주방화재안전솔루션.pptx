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608" r:id="rId2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99CC"/>
    <a:srgbClr val="3399FF"/>
    <a:srgbClr val="FF9999"/>
    <a:srgbClr val="FF9966"/>
    <a:srgbClr val="FF6600"/>
    <a:srgbClr val="CCCCCC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1" autoAdjust="0"/>
    <p:restoredTop sz="96582" autoAdjust="0"/>
  </p:normalViewPr>
  <p:slideViewPr>
    <p:cSldViewPr>
      <p:cViewPr varScale="1">
        <p:scale>
          <a:sx n="112" d="100"/>
          <a:sy n="112" d="100"/>
        </p:scale>
        <p:origin x="1230" y="96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단체 주방 화재 예방 솔루션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8C406D-70B2-4A01-915E-783E260B4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56347"/>
              </p:ext>
            </p:extLst>
          </p:nvPr>
        </p:nvGraphicFramePr>
        <p:xfrm>
          <a:off x="272476" y="836712"/>
          <a:ext cx="9361044" cy="5616624"/>
        </p:xfrm>
        <a:graphic>
          <a:graphicData uri="http://schemas.openxmlformats.org/drawingml/2006/table">
            <a:tbl>
              <a:tblPr/>
              <a:tblGrid>
                <a:gridCol w="1800204">
                  <a:extLst>
                    <a:ext uri="{9D8B030D-6E8A-4147-A177-3AD203B41FA5}">
                      <a16:colId xmlns:a16="http://schemas.microsoft.com/office/drawing/2014/main" val="54986065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235663187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1073697076"/>
                    </a:ext>
                  </a:extLst>
                </a:gridCol>
                <a:gridCol w="936106">
                  <a:extLst>
                    <a:ext uri="{9D8B030D-6E8A-4147-A177-3AD203B41FA5}">
                      <a16:colId xmlns:a16="http://schemas.microsoft.com/office/drawing/2014/main" val="310003819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92849847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244309635"/>
                    </a:ext>
                  </a:extLst>
                </a:gridCol>
              </a:tblGrid>
              <a:tr h="6072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문제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고유의 가치제안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경쟁우위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고객군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48839"/>
                  </a:ext>
                </a:extLst>
              </a:tr>
              <a:tr h="1825302">
                <a:tc rowSpan="3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짧은 시간에 많은 재료를 요리하기 위한 강한 화염의 사용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중인 화염의 정확한 온도를 인지하지 못함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주방자동소화장치의 소화약제가 분사될 경우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음식물 오염으로 급식 불가능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180000" marB="5701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적외선온도센서를 통하여 사전에 설정된 온도 이상으로 조리기구가 과열되면 가스밸브를 자동으로 차단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불의의 사고에 대한 안전</a:t>
                      </a: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</a:t>
                      </a:r>
                      <a:endParaRPr lang="en-US" altLang="ko-KR" sz="1000" b="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화재초동대처를</a:t>
                      </a: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통한 영업피해 최소화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기존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소방 정기점검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연계된 신뢰성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FM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계약의 부가서비스로써 단일 계약 체결 프로세스로 계약 간편성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건축물 안전관리 책임자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직원복지업무 담당자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단체급식 운영자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중화요리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고화염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발생 식당점주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510875"/>
                  </a:ext>
                </a:extLst>
              </a:tr>
              <a:tr h="475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핵심지표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6148689"/>
                  </a:ext>
                </a:extLst>
              </a:tr>
              <a:tr h="1551593"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적용 건수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알람발생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건수</a:t>
                      </a: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단체급식소를 운영하는 운영센터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영업부서를 통한 외부 영업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단체 급식업체를 통한 직접 판매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180000" marB="5701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708838"/>
                  </a:ext>
                </a:extLst>
              </a:tr>
              <a:tr h="41591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비용 구조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수익원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64491"/>
                  </a:ext>
                </a:extLst>
              </a:tr>
              <a:tr h="740750">
                <a:tc gridSpan="3">
                  <a:txBody>
                    <a:bodyPr/>
                    <a:lstStyle/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공사비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 및 가스공사 포함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월관리비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클라우드사용료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유지보수비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판매형 매출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단독 설치 공사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구독형 매출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설치공사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+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원격관제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indent="-17145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 매출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덕트청소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K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급소화기판매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냉설비온도관제 등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209933"/>
                  </a:ext>
                </a:extLst>
              </a:tr>
            </a:tbl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105504-9F28-4A79-8096-D0DD8DAF6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87523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29606</TotalTime>
  <Words>171</Words>
  <Application>Microsoft Office PowerPoint</Application>
  <PresentationFormat>A4 용지(210x297mm)</PresentationFormat>
  <Paragraphs>34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LG스마트체 Regular</vt:lpstr>
      <vt:lpstr>LG스마트체 SemiBold</vt:lpstr>
      <vt:lpstr>굴림</vt:lpstr>
      <vt:lpstr>맑은 고딕</vt:lpstr>
      <vt:lpstr>Arial</vt:lpstr>
      <vt:lpstr>기본 디자인</vt:lpstr>
      <vt:lpstr>(단체 주방 화재 예방 솔루션)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2632</cp:revision>
  <cp:lastPrinted>2017-07-06T08:43:05Z</cp:lastPrinted>
  <dcterms:created xsi:type="dcterms:W3CDTF">2010-05-06T04:51:51Z</dcterms:created>
  <dcterms:modified xsi:type="dcterms:W3CDTF">2022-10-28T07:54:55Z</dcterms:modified>
</cp:coreProperties>
</file>