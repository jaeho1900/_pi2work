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012F-FAD5-4A7C-860C-13739A44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6037E9-C04B-4AEC-B225-9E9518A68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4C1B19-D1B2-43E5-9EE9-31648123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DC47A6-B254-4863-BF0C-114565CC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88520B-31F1-48FB-B2AD-0D2F606E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08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EEDCB-EEFC-4496-AFAA-6A6D1315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B4907B-6EB4-4C9C-A903-D0E04CE36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68875C-F066-4327-84BF-14F76421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1B9DA-A9B8-4057-9BC1-6E52B08A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E33AB-6E9B-4BDA-8AC3-043E937F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84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773C9-BD41-4F39-81CC-FF94FE8B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8F4D1B-9D4F-461D-8CEA-5F1F2F34E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988CF2-5387-4FFB-A222-7E5ADDEE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77C3E0-DCDC-4366-A5AB-32F57246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4EE68-08DD-4F13-97A7-7291182F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031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2AC3D-E1C8-4590-9682-647E980D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981EF-8720-4E0D-828A-533596074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E940EA-5277-4CB1-837C-1BBCC12F9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290FC5-729C-4FC6-A08E-7E5EEA98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53C18A-F99F-460F-8CF6-F9556B8F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B158BD-07BB-4664-9061-398A13D3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77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98143-D03C-494D-B746-54895B01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BCDCF-DE32-4545-95C8-3E52C9AA6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4EB109-AB9E-45DC-A02A-F522DAB30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701693-33D9-4F29-A526-1B6A206A2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950C06-9C24-407B-AA56-CA2CB7D94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7CEB8B-6E56-47AC-946B-372A7BBFE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827C4F-D129-470A-9ED3-D0AF41B8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7CBEA4-491E-4EE8-B750-D9DB0784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010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85933-E1DE-40C7-B320-6A8CE7C1E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D838E-38E0-4892-BD94-14DB23E6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639A3B-1C75-4AA6-B14D-82B6E1B75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6194E2-8D35-477D-8AEF-56698390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81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90EAF9-F2F0-4B52-91C1-F1E44402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6F4C87-DCF9-46E0-B48F-855BA320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4088C-F6DC-431C-B56F-91F332E5D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56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C4104-E81F-4B20-8A2A-41F6608F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171459-34FC-47D0-9ED5-5367DB515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A575CF-029F-4FBF-AFE4-60CC08C55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182162-1D43-453B-8207-CFB07380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61016F-0503-4B08-8824-B0DEF874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F7C9EB-D616-4F28-A61E-9A6580D9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94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36344-3228-4B33-AF84-F31734AC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B0C797-E857-4752-9B5D-9E5C91CD65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2985DE-F4FE-487E-9F46-5ACAAC945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DC027E-18CB-490F-8776-DA65DE43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22702A-A290-4D06-B18C-9A717D39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567926-EDD8-40AD-9022-C362065B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18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EF2F0-BD98-432B-AF9D-13DDCF18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9A049B-B44C-446A-B930-3C740318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3D8643-740C-464A-B6B0-CCB8DD06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DAA240-ECF6-404B-AF16-D98A1B1E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F3F23-25FA-48C3-A1D2-020EFF9B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48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6D1817-674F-46ED-A777-5E6559DD6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6E8F19-7491-4543-B168-63AA7C7C1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5A2DBF-E627-4980-AF2D-84FC46EA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944FB5-8850-4DED-BEC5-C898C1F2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3B3843-AC76-4A1C-B121-77692A75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75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A1F5DE7-9F36-45C6-AE1F-9064F29F5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756EA-234C-4AA3-907F-437FFBC2E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F9D0A2-C740-46B4-9366-D43208710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0A837-CA74-42F7-90BF-F4B262D03DC0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AB689A-EBA7-48D8-94A2-B8CF5DB24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56A573-6611-4215-AB9E-43C464507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8D171-FCAE-4198-A91A-2E9C62EBF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27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3B8E519-91D5-4BD6-84FE-742526EE2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02" y="705191"/>
            <a:ext cx="7609524" cy="272380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C232675-3359-425F-B8B6-BAE5556EDA42}"/>
              </a:ext>
            </a:extLst>
          </p:cNvPr>
          <p:cNvSpPr/>
          <p:nvPr/>
        </p:nvSpPr>
        <p:spPr>
          <a:xfrm>
            <a:off x="1874982" y="2355273"/>
            <a:ext cx="1644072" cy="415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8FC1ED-2A29-4F89-BC81-AFBADDB98F72}"/>
              </a:ext>
            </a:extLst>
          </p:cNvPr>
          <p:cNvSpPr txBox="1"/>
          <p:nvPr/>
        </p:nvSpPr>
        <p:spPr>
          <a:xfrm>
            <a:off x="2567710" y="1900887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Blank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50F43-34DE-4D84-A2E5-D5F4D9AE652F}"/>
              </a:ext>
            </a:extLst>
          </p:cNvPr>
          <p:cNvSpPr txBox="1"/>
          <p:nvPr/>
        </p:nvSpPr>
        <p:spPr>
          <a:xfrm>
            <a:off x="2567710" y="2119141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Blank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75B00-8A57-44D0-A1EE-0D05B2547317}"/>
              </a:ext>
            </a:extLst>
          </p:cNvPr>
          <p:cNvSpPr txBox="1"/>
          <p:nvPr/>
        </p:nvSpPr>
        <p:spPr>
          <a:xfrm>
            <a:off x="2567710" y="1505822"/>
            <a:ext cx="71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>
                <a:solidFill>
                  <a:srgbClr val="FF0000"/>
                </a:solidFill>
              </a:rPr>
              <a:t>Guardk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0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C24086A-53F0-476E-91DF-AEDBA6B20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76" y="374939"/>
            <a:ext cx="9858375" cy="34480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CB4ABF8-75E3-4C45-8167-C0D825E79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803957"/>
            <a:ext cx="10287000" cy="37623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4B7CA5C-1A76-47B5-8799-1A19A621A706}"/>
              </a:ext>
            </a:extLst>
          </p:cNvPr>
          <p:cNvSpPr/>
          <p:nvPr/>
        </p:nvSpPr>
        <p:spPr>
          <a:xfrm>
            <a:off x="2641600" y="1597892"/>
            <a:ext cx="3916218" cy="230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4C9CEE-653A-45CE-8E5B-B67A75CC7D5B}"/>
              </a:ext>
            </a:extLst>
          </p:cNvPr>
          <p:cNvSpPr/>
          <p:nvPr/>
        </p:nvSpPr>
        <p:spPr>
          <a:xfrm>
            <a:off x="8642927" y="3429000"/>
            <a:ext cx="3120447" cy="2193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7A3F61-8FF7-4EF5-A78A-A7CA339D1CF4}"/>
              </a:ext>
            </a:extLst>
          </p:cNvPr>
          <p:cNvSpPr/>
          <p:nvPr/>
        </p:nvSpPr>
        <p:spPr>
          <a:xfrm>
            <a:off x="997528" y="1154545"/>
            <a:ext cx="1496290" cy="13854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71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5F7606F-83AE-4099-A5C5-B8689BBC9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18"/>
            <a:ext cx="7448550" cy="2009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89F166-D513-4EA3-B70E-5A631072A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887" y="1340943"/>
            <a:ext cx="7315200" cy="1485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FEB279-FFA2-4F20-9309-22C78917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061" y="2619000"/>
            <a:ext cx="7113877" cy="28243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77C2DC-C1C5-4AF0-BADC-D81D8C638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337" y="4783632"/>
            <a:ext cx="5886450" cy="1466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3425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</Words>
  <Application>Microsoft Office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5</cp:revision>
  <dcterms:created xsi:type="dcterms:W3CDTF">2025-01-06T00:46:01Z</dcterms:created>
  <dcterms:modified xsi:type="dcterms:W3CDTF">2025-01-06T01:22:58Z</dcterms:modified>
</cp:coreProperties>
</file>