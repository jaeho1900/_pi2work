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145707421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4"/>
      <p:bold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9797"/>
    <a:srgbClr val="A3A3A3"/>
    <a:srgbClr val="FFBD53"/>
    <a:srgbClr val="FFC475"/>
    <a:srgbClr val="0900C0"/>
    <a:srgbClr val="EA2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6336" autoAdjust="0"/>
  </p:normalViewPr>
  <p:slideViewPr>
    <p:cSldViewPr snapToGrid="0">
      <p:cViewPr varScale="1">
        <p:scale>
          <a:sx n="111" d="100"/>
          <a:sy n="111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156C7-5C5D-4935-B1AE-CA77F16BB88F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0BA44-17C7-426E-9855-75ADF0528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90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361AE-B4FC-4C4A-8B10-2B5B7F8AA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F61194-2FD0-47C9-BB0C-02858B776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425128-CAC1-4972-8C99-9D271F72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D199F1-4F59-42CF-BAFC-53F765EC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19F32-E05C-44F3-9279-ABDC1F6A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2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9F9BE-2228-4D6C-B5C3-08283822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DF88D9-D304-4484-A48A-EDE22EBBF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D61F89-2B98-4B95-93CD-5D318367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BFB681-294A-45E0-B64D-7AD68779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1D258-AD6A-4DB5-AA32-928234C9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E5005DD-5811-4161-BBF3-2AD48B1CFC06}"/>
              </a:ext>
            </a:extLst>
          </p:cNvPr>
          <p:cNvCxnSpPr/>
          <p:nvPr userDrawn="1"/>
        </p:nvCxnSpPr>
        <p:spPr>
          <a:xfrm>
            <a:off x="0" y="612479"/>
            <a:ext cx="12007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25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225FD-C9B2-4356-8213-15E8BBB3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9B3D3F-BD86-4747-817F-86571288F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D5D1C-F93C-4D0A-A9C0-45DB3EAD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BA95E-D09C-4370-8E81-5DD3AF6A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98144-8781-4424-A8C2-4B4CE946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23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FFF0B-B60D-4F73-B3C3-519F3A3E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A5A81-136A-46B1-9A3C-A0397F2A4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8905F3-7A90-4E66-903D-7DD3890BA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89745-6FB4-48D9-8438-03E9E4E5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53E512-09C9-4883-A967-515D8A19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601D8-8246-4897-9740-04369165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88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628CF-831B-4A07-9CD2-0B68DD61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53D63-9133-4ABF-8CA1-16D7A649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458131-DE5E-4B04-A625-C4A9DA395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B6CFED-4DFE-4697-A9CB-0B748FBE8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1662E1-7E51-48E4-843C-0B6168ABE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9319EE-E829-4F81-8334-288A9790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0847B8-86F5-4E59-94C4-70445A95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AEBA7B-3AF6-4123-BB97-EF235CAC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6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2A150-41CB-44DB-B47E-AC71170A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566620-2453-449D-BCF4-DB6768A4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A90BD8-FBA0-45D4-BC71-A2C34103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3FAE21-B429-40C2-8534-E05878B8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6878EF-40B3-453D-8709-A60DFF8C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D58863-3450-48C7-8376-9A8FAC36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3556D5-F6A3-4658-87F9-075F597F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26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D9579-93C1-4D13-BA96-334BEDF8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34557-68D3-40BD-970A-60504C7C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47697C-E224-455B-B4FB-9D8DF8165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789DD-FF95-4260-A6E1-74DB7B40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87E182-E494-4F77-92A9-027D353F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1E3255-E08A-4436-A56A-C0F39EDB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06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DB0E3-BADE-4F92-98EB-5ABF07FE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68E3BC-03F6-474D-9766-B319DD062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7B8A6F-9B3E-4962-8AF7-203C4DB5E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D7CA67-1180-4138-AC3C-1FE9C877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A65832-4655-490A-A9FA-1CD63BFE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EE2FD-8991-4ACF-94CF-6EAA8EC9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91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FA117-B171-4743-A780-03FA91B7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62FDCB-4483-4069-A494-2D42B89E7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05770D-A537-47D3-B591-F0908B85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B95709-327A-4E6A-BFEA-3A47F515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20D3E4-C3DB-47B9-B734-AFD5B840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34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CA0D02-5A1F-4051-A01D-9B8A86C15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BCB582-AE05-40E0-A9DA-8B9CCEDE8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6C969-62AC-4BA5-8B1F-E80FC9475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B5511-546D-4ECF-9E80-A92E0108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87BB78-A942-411C-AEA9-4B5680E4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313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1_화이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32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5423C4-1773-4790-B7DC-4688F393F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01EE4-BABA-4897-9656-86B93D76A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5497F2-51C6-4117-860C-E2865C859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BA530-FEF4-45D4-B944-EE9A1CAADF05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3DA6EA-3EC3-46B7-84A6-DFC4FF577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A86FFD-368A-45CB-8A96-BD7753233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DD5CF-46D0-4C51-B28C-1345F73472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38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1B08D4-E69F-47EC-8F38-8075CB9AA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02952"/>
              </p:ext>
            </p:extLst>
          </p:nvPr>
        </p:nvGraphicFramePr>
        <p:xfrm>
          <a:off x="299050" y="1196887"/>
          <a:ext cx="11593900" cy="5316432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91413">
                  <a:extLst>
                    <a:ext uri="{9D8B030D-6E8A-4147-A177-3AD203B41FA5}">
                      <a16:colId xmlns:a16="http://schemas.microsoft.com/office/drawing/2014/main" val="1956744483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3302714665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2963887109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425360347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183607632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3671986124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1866442423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3670588151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3001623366"/>
                    </a:ext>
                  </a:extLst>
                </a:gridCol>
                <a:gridCol w="1166943">
                  <a:extLst>
                    <a:ext uri="{9D8B030D-6E8A-4147-A177-3AD203B41FA5}">
                      <a16:colId xmlns:a16="http://schemas.microsoft.com/office/drawing/2014/main" val="260228722"/>
                    </a:ext>
                  </a:extLst>
                </a:gridCol>
              </a:tblGrid>
              <a:tr h="4028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전자식 공기 분무형 제품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스틱형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디퓨저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테라앤픽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005688"/>
                  </a:ext>
                </a:extLst>
              </a:tr>
              <a:tr h="4881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향누리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LG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유칼릭스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유한킴벌리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에프지인터네셔널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헬스투데이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스탠다드컴퍼니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에프지인터네셔널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29100"/>
                  </a:ext>
                </a:extLst>
              </a:tr>
              <a:tr h="6090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2,300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(85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6,100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(217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(357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11,117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(529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83,840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(838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6,850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(342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13,100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(1,310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49,500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(2,475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/10ml)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6471240"/>
                  </a:ext>
                </a:extLst>
              </a:tr>
              <a:tr h="1423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향종류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라벤더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린넨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유칼립투스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레몬라임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복숭아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아카시아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오스카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자몽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자스민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포퓨리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피톤치드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헤이즐넛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숲속향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사과향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꽃잎향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허브향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ECO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PINE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블랙체리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프렌치라벤더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플라워마켓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라벤더가든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47861154"/>
                  </a:ext>
                </a:extLst>
              </a:tr>
              <a:tr h="46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용량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270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 ml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0589542"/>
                  </a:ext>
                </a:extLst>
              </a:tr>
              <a:tr h="46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주문수량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3241257"/>
                  </a:ext>
                </a:extLst>
              </a:tr>
              <a:tr h="46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원산지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5615777"/>
                  </a:ext>
                </a:extLst>
              </a:tr>
              <a:tr h="46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9184327"/>
                  </a:ext>
                </a:extLst>
              </a:tr>
              <a:tr h="461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교보문고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 납품실적 보유한 향 전문업체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46050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6D822C3-950E-4DFE-B2B9-B71735D91F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043" y="920961"/>
            <a:ext cx="642675" cy="6048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25DECE-C597-4C1E-8135-307910BD4E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9069" y="867942"/>
            <a:ext cx="354405" cy="65789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22EBD9D-895A-4480-9388-A60EFA0D2141}"/>
              </a:ext>
            </a:extLst>
          </p:cNvPr>
          <p:cNvSpPr/>
          <p:nvPr/>
        </p:nvSpPr>
        <p:spPr>
          <a:xfrm>
            <a:off x="170517" y="282938"/>
            <a:ext cx="1000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spc="-70" dirty="0">
                <a:latin typeface="+mn-ea"/>
              </a:rPr>
              <a:t>■</a:t>
            </a:r>
            <a:r>
              <a:rPr lang="en-US" altLang="ko-KR" sz="1200" spc="-70" dirty="0">
                <a:latin typeface="+mn-ea"/>
              </a:rPr>
              <a:t> </a:t>
            </a:r>
            <a:r>
              <a:rPr lang="ko-KR" altLang="en-US" sz="1200" spc="-70" dirty="0">
                <a:latin typeface="+mn-ea"/>
              </a:rPr>
              <a:t>상품 비교</a:t>
            </a:r>
            <a:endParaRPr lang="en-US" altLang="ko-KR" sz="1200" spc="-7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337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7204</TotalTime>
  <Words>229</Words>
  <Application>Microsoft Office PowerPoint</Application>
  <PresentationFormat>와이드스크린</PresentationFormat>
  <Paragraphs>93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645</cp:revision>
  <dcterms:created xsi:type="dcterms:W3CDTF">2023-08-25T06:13:56Z</dcterms:created>
  <dcterms:modified xsi:type="dcterms:W3CDTF">2024-03-13T02:46:05Z</dcterms:modified>
</cp:coreProperties>
</file>