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(양식)" id="{AB24168E-ADB6-45B5-92B9-A573258677CF}">
          <p14:sldIdLst>
            <p14:sldId id="259"/>
          </p14:sldIdLst>
        </p14:section>
        <p14:section name="SAMPLE" id="{89F7B918-7CF1-4696-A960-2E7B939B871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재성" initials="LJS" lastIdx="0" clrIdx="0">
    <p:extLst>
      <p:ext uri="{19B8F6BF-5375-455C-9EA6-DF929625EA0E}">
        <p15:presenceInfo xmlns:p15="http://schemas.microsoft.com/office/powerpoint/2012/main" userId="이재성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10" autoAdjust="0"/>
    <p:restoredTop sz="96370" autoAdjust="0"/>
  </p:normalViewPr>
  <p:slideViewPr>
    <p:cSldViewPr>
      <p:cViewPr varScale="1">
        <p:scale>
          <a:sx n="74" d="100"/>
          <a:sy n="74" d="100"/>
        </p:scale>
        <p:origin x="1830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75245-9C6B-4251-811D-0BF700F8C723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D1771-85CD-4DE1-8716-9B9E278C42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22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D1771-85CD-4DE1-8716-9B9E278C424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800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33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42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68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311402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67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07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81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3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89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86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41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64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0AF11-89BA-464C-AC1A-8763A33F7452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9E963-57A4-4FF0-8457-564E6A86EF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50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9797A80-83F7-45C2-8739-C754673A31C6}"/>
              </a:ext>
            </a:extLst>
          </p:cNvPr>
          <p:cNvSpPr/>
          <p:nvPr/>
        </p:nvSpPr>
        <p:spPr>
          <a:xfrm>
            <a:off x="2720935" y="632520"/>
            <a:ext cx="1443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u="sng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솔루션 발주서</a:t>
            </a:r>
            <a:endParaRPr lang="ko-KR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72E6933-4658-4B32-81EA-178F0FE80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34385"/>
              </p:ext>
            </p:extLst>
          </p:nvPr>
        </p:nvGraphicFramePr>
        <p:xfrm>
          <a:off x="355984" y="2829019"/>
          <a:ext cx="6172926" cy="14752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 품 명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KT&amp;G</a:t>
                      </a: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을지로타워 </a:t>
                      </a: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13</a:t>
                      </a: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층 한국수력원자력 임차공간 원상복구공사</a:t>
                      </a:r>
                      <a:r>
                        <a:rPr 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 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계 약 금 액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금  </a:t>
                      </a: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45,000,000</a:t>
                      </a: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            </a:t>
                      </a: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VAT </a:t>
                      </a: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별도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465853"/>
                  </a:ext>
                </a:extLst>
              </a:tr>
              <a:tr h="368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계 약 기 간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2024.12 ~ 2024.12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105365"/>
                  </a:ext>
                </a:extLst>
              </a:tr>
              <a:tr h="368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 고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견적서</a:t>
                      </a: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시방서 등 별첨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5CE7B566-87A2-43E1-83B8-87B5DFD88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392" y="2484983"/>
            <a:ext cx="135790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kumimoji="1" lang="ko-KR" altLang="en-US" sz="1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발주</a:t>
            </a:r>
            <a:r>
              <a:rPr kumimoji="1" lang="ko-KR" altLang="ko-KR" sz="1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내역</a:t>
            </a:r>
            <a:r>
              <a:rPr kumimoji="1" lang="en-US" altLang="ko-KR" sz="1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endParaRPr kumimoji="1" lang="ko-KR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37EADD-3E45-4DC5-987E-0226679264BE}"/>
              </a:ext>
            </a:extLst>
          </p:cNvPr>
          <p:cNvSpPr txBox="1"/>
          <p:nvPr/>
        </p:nvSpPr>
        <p:spPr>
          <a:xfrm>
            <a:off x="1989711" y="7885583"/>
            <a:ext cx="2905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상기와 같이 발주서를 제출합니다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2558AD-4C4D-453E-B46E-4682CCD56E63}"/>
              </a:ext>
            </a:extLst>
          </p:cNvPr>
          <p:cNvSpPr txBox="1"/>
          <p:nvPr/>
        </p:nvSpPr>
        <p:spPr>
          <a:xfrm>
            <a:off x="4624561" y="8553400"/>
            <a:ext cx="2016224" cy="32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2024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년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11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월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일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35D28F6-98B6-41C0-81FF-CE86047B2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228191"/>
              </p:ext>
            </p:extLst>
          </p:nvPr>
        </p:nvGraphicFramePr>
        <p:xfrm>
          <a:off x="364468" y="4880992"/>
          <a:ext cx="6155958" cy="2808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5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8312">
                <a:tc>
                  <a:txBody>
                    <a:bodyPr/>
                    <a:lstStyle/>
                    <a:p>
                      <a:pPr marL="182563" indent="-182563">
                        <a:lnSpc>
                          <a:spcPct val="150000"/>
                        </a:lnSpc>
                      </a:pP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1)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수행목적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임대차계약 해지에 따른 임차공간 원상복구</a:t>
                      </a:r>
                    </a:p>
                    <a:p>
                      <a:pPr marL="182563" indent="-182563">
                        <a:lnSpc>
                          <a:spcPct val="150000"/>
                        </a:lnSpc>
                      </a:pP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2) 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수행기간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2024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년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~ 12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31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약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  <a:p>
                      <a:pPr marL="182563" indent="-182563">
                        <a:lnSpc>
                          <a:spcPct val="150000"/>
                        </a:lnSpc>
                      </a:pP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3) 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청구금액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일금 </a:t>
                      </a:r>
                      <a:r>
                        <a:rPr kumimoji="0" lang="ko-KR" altLang="en-US" sz="1400" b="0" dirty="0" err="1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사천오백만원정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￦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45,000,000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 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VAT</a:t>
                      </a:r>
                      <a:r>
                        <a:rPr kumimoji="0" lang="ko-KR" altLang="en-US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별도</a:t>
                      </a:r>
                      <a:r>
                        <a:rPr kumimoji="0" lang="en-US" altLang="ko-KR" sz="1400" b="0" dirty="0">
                          <a:solidFill>
                            <a:schemeClr val="tx1"/>
                          </a:solidFill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</a:p>
                    <a:p>
                      <a:pPr marL="182563" indent="-182563">
                        <a:lnSpc>
                          <a:spcPct val="150000"/>
                        </a:lnSpc>
                      </a:pP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4) 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대금청구</a:t>
                      </a: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지급 </a:t>
                      </a: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2024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년 </a:t>
                      </a: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12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월 </a:t>
                      </a: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24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限</a:t>
                      </a: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당월현금</a:t>
                      </a: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  <a:p>
                      <a:pPr marL="182563" indent="-182563">
                        <a:lnSpc>
                          <a:spcPct val="150000"/>
                        </a:lnSpc>
                      </a:pP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5) 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은행계좌 </a:t>
                      </a: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농협 </a:t>
                      </a:r>
                      <a:r>
                        <a:rPr kumimoji="0"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301-0299-5704-11 </a:t>
                      </a:r>
                      <a:r>
                        <a:rPr kumimoji="0"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㈜</a:t>
                      </a:r>
                      <a:r>
                        <a:rPr kumimoji="0" lang="ko-KR" alt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에스앤아이코퍼레이션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72000" marR="72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Rectangle 3">
            <a:extLst>
              <a:ext uri="{FF2B5EF4-FFF2-40B4-BE49-F238E27FC236}">
                <a16:creationId xmlns:a16="http://schemas.microsoft.com/office/drawing/2014/main" id="{0C41C9A7-D207-46CC-B2C7-7935195C2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392" y="4501207"/>
            <a:ext cx="135790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kumimoji="1" lang="ko-KR" altLang="en-US" sz="1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특이사항</a:t>
            </a:r>
            <a:r>
              <a:rPr kumimoji="1" lang="en-US" altLang="ko-KR" sz="1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endParaRPr kumimoji="1" lang="ko-KR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6868DBB0-A8FC-46B5-906B-4D6C41002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091866"/>
              </p:ext>
            </p:extLst>
          </p:nvPr>
        </p:nvGraphicFramePr>
        <p:xfrm>
          <a:off x="355985" y="1577186"/>
          <a:ext cx="6172924" cy="737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2135">
                  <a:extLst>
                    <a:ext uri="{9D8B030D-6E8A-4147-A177-3AD203B41FA5}">
                      <a16:colId xmlns:a16="http://schemas.microsoft.com/office/drawing/2014/main" val="3690207035"/>
                    </a:ext>
                  </a:extLst>
                </a:gridCol>
                <a:gridCol w="1854328">
                  <a:extLst>
                    <a:ext uri="{9D8B030D-6E8A-4147-A177-3AD203B41FA5}">
                      <a16:colId xmlns:a16="http://schemas.microsoft.com/office/drawing/2014/main" val="2041291043"/>
                    </a:ext>
                  </a:extLst>
                </a:gridCol>
                <a:gridCol w="1161874">
                  <a:extLst>
                    <a:ext uri="{9D8B030D-6E8A-4147-A177-3AD203B41FA5}">
                      <a16:colId xmlns:a16="http://schemas.microsoft.com/office/drawing/2014/main" val="475105641"/>
                    </a:ext>
                  </a:extLst>
                </a:gridCol>
                <a:gridCol w="1924587">
                  <a:extLst>
                    <a:ext uri="{9D8B030D-6E8A-4147-A177-3AD203B41FA5}">
                      <a16:colId xmlns:a16="http://schemas.microsoft.com/office/drawing/2014/main" val="3145432246"/>
                    </a:ext>
                  </a:extLst>
                </a:gridCol>
              </a:tblGrid>
              <a:tr h="368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 장 명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KT&amp;G</a:t>
                      </a: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을지로운영센터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발 주 자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한국수력원자력㈜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528704"/>
                  </a:ext>
                </a:extLst>
              </a:tr>
              <a:tr h="36880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 </a:t>
                      </a:r>
                      <a:r>
                        <a:rPr lang="ko-KR" altLang="en-US" sz="1400" b="0" kern="100" dirty="0" err="1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락</a:t>
                      </a:r>
                      <a:r>
                        <a:rPr lang="ko-KR" altLang="en-US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처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010-5082-6693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E-mail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400" b="0" kern="100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dataman8@khnp.co.kr</a:t>
                      </a:r>
                      <a:endParaRPr lang="ko-KR" sz="1400" b="0" kern="100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6620" marR="6662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83459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2B4C9698-EB2F-4294-9D47-69883FB03683}"/>
              </a:ext>
            </a:extLst>
          </p:cNvPr>
          <p:cNvSpPr txBox="1"/>
          <p:nvPr/>
        </p:nvSpPr>
        <p:spPr>
          <a:xfrm>
            <a:off x="4111429" y="8925367"/>
            <a:ext cx="2654415" cy="84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소속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ICT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융합처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경영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PI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직위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 장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algn="l">
              <a:lnSpc>
                <a:spcPct val="120000"/>
              </a:lnSpc>
            </a:pP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성명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 우 혁       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서명</a:t>
            </a:r>
            <a:r>
              <a:rPr lang="en-US" altLang="ko-KR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B34C3F-E1D1-4539-BD0B-E4A422CAB43A}"/>
              </a:ext>
            </a:extLst>
          </p:cNvPr>
          <p:cNvSpPr txBox="1"/>
          <p:nvPr/>
        </p:nvSpPr>
        <p:spPr>
          <a:xfrm>
            <a:off x="692696" y="8946129"/>
            <a:ext cx="290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매입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3,200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매총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29%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3029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Pretendard Light" panose="02000403000000020004" pitchFamily="2" charset="-127"/>
            <a:ea typeface="Pretendard Light" panose="02000403000000020004" pitchFamily="2" charset="-127"/>
            <a:cs typeface="Pretendard Light" panose="02000403000000020004" pitchFamily="2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179</Words>
  <Application>Microsoft Office PowerPoint</Application>
  <PresentationFormat>A4 용지(210x297mm)</PresentationFormat>
  <Paragraphs>31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 Light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Administrator</cp:lastModifiedBy>
  <cp:revision>60</cp:revision>
  <dcterms:created xsi:type="dcterms:W3CDTF">2016-04-01T01:30:21Z</dcterms:created>
  <dcterms:modified xsi:type="dcterms:W3CDTF">2024-12-05T06:05:13Z</dcterms:modified>
</cp:coreProperties>
</file>